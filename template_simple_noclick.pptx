
<file path=[Content_Types].xml><?xml version="1.0" encoding="utf-8"?>
<Types xmlns="http://schemas.openxmlformats.org/package/2006/content-types">
  <Default Extension="png" ContentType="image/png"/>
  <Default Extension="mp3" ContentType="audio/m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saveSubsetFonts="1" autoCompressPictures="0">
  <p:sldMasterIdLst>
    <p:sldMasterId id="2147483661" r:id="rId1"/>
  </p:sldMasterIdLst>
  <p:notesMasterIdLst>
    <p:notesMasterId r:id="rId63"/>
  </p:notesMasterIdLst>
  <p:handoutMasterIdLst>
    <p:handoutMasterId r:id="rId64"/>
  </p:handoutMasterIdLst>
  <p:sldIdLst>
    <p:sldId id="258" r:id="rId2"/>
    <p:sldId id="324" r:id="rId3"/>
    <p:sldId id="256" r:id="rId4"/>
    <p:sldId id="259" r:id="rId5"/>
    <p:sldId id="299" r:id="rId6"/>
    <p:sldId id="260" r:id="rId7"/>
    <p:sldId id="300" r:id="rId8"/>
    <p:sldId id="261" r:id="rId9"/>
    <p:sldId id="301" r:id="rId10"/>
    <p:sldId id="262" r:id="rId11"/>
    <p:sldId id="302" r:id="rId12"/>
    <p:sldId id="263" r:id="rId13"/>
    <p:sldId id="303" r:id="rId14"/>
    <p:sldId id="264" r:id="rId15"/>
    <p:sldId id="304" r:id="rId16"/>
    <p:sldId id="265" r:id="rId17"/>
    <p:sldId id="305" r:id="rId18"/>
    <p:sldId id="266" r:id="rId19"/>
    <p:sldId id="306" r:id="rId20"/>
    <p:sldId id="267" r:id="rId21"/>
    <p:sldId id="307" r:id="rId22"/>
    <p:sldId id="268" r:id="rId23"/>
    <p:sldId id="308" r:id="rId24"/>
    <p:sldId id="269" r:id="rId25"/>
    <p:sldId id="309" r:id="rId26"/>
    <p:sldId id="270" r:id="rId27"/>
    <p:sldId id="310" r:id="rId28"/>
    <p:sldId id="271" r:id="rId29"/>
    <p:sldId id="311" r:id="rId30"/>
    <p:sldId id="272" r:id="rId31"/>
    <p:sldId id="312" r:id="rId32"/>
    <p:sldId id="273" r:id="rId33"/>
    <p:sldId id="313" r:id="rId34"/>
    <p:sldId id="274" r:id="rId35"/>
    <p:sldId id="314" r:id="rId36"/>
    <p:sldId id="275" r:id="rId37"/>
    <p:sldId id="315" r:id="rId38"/>
    <p:sldId id="276" r:id="rId39"/>
    <p:sldId id="318" r:id="rId40"/>
    <p:sldId id="277" r:id="rId41"/>
    <p:sldId id="317" r:id="rId42"/>
    <p:sldId id="278" r:id="rId43"/>
    <p:sldId id="316" r:id="rId44"/>
    <p:sldId id="279" r:id="rId45"/>
    <p:sldId id="319" r:id="rId46"/>
    <p:sldId id="280" r:id="rId47"/>
    <p:sldId id="320" r:id="rId48"/>
    <p:sldId id="281" r:id="rId49"/>
    <p:sldId id="321" r:id="rId50"/>
    <p:sldId id="282" r:id="rId51"/>
    <p:sldId id="322" r:id="rId52"/>
    <p:sldId id="283" r:id="rId53"/>
    <p:sldId id="323" r:id="rId54"/>
    <p:sldId id="284" r:id="rId55"/>
    <p:sldId id="285" r:id="rId56"/>
    <p:sldId id="286" r:id="rId57"/>
    <p:sldId id="289" r:id="rId58"/>
    <p:sldId id="290" r:id="rId59"/>
    <p:sldId id="326" r:id="rId60"/>
    <p:sldId id="327" r:id="rId61"/>
    <p:sldId id="328" r:id="rId6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FFC319"/>
    <a:srgbClr val="CCD6FF"/>
    <a:srgbClr val="271BC3"/>
    <a:srgbClr val="080687"/>
    <a:srgbClr val="00FFFF"/>
    <a:srgbClr val="2419BD"/>
    <a:srgbClr val="261A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25" autoAdjust="0"/>
    <p:restoredTop sz="94280" autoAdjust="0"/>
  </p:normalViewPr>
  <p:slideViewPr>
    <p:cSldViewPr snapToGrid="0" snapToObjects="1">
      <p:cViewPr varScale="1">
        <p:scale>
          <a:sx n="92" d="100"/>
          <a:sy n="92" d="100"/>
        </p:scale>
        <p:origin x="13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13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B4CAF-93F4-4821-9E58-AEA8E573FC6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F3BE5-B78E-470E-A191-77494C5684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20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834a636a1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834a636a1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34a636a1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34a636a1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834a636a1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834a636a1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834a636a1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834a636a1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834a636a1_1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834a636a1_1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5034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834a636a1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834a636a1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7834a636a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7834a636a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7834a636a1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7834a636a1_1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834a636a1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834a636a1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7834a636a1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7834a636a1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834a636a1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834a636a1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834a636a1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834a636a1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834a636a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834a636a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834a636a1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834a636a1_1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7834a636a1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7834a636a1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7834a636a1_1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7834a636a1_1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Relationship Id="rId5" Type="http://schemas.openxmlformats.org/officeDocument/2006/relationships/slide" Target="../slides/slide2.xml"/><Relationship Id="rId4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aistudio.google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ctrTitle"/>
          </p:nvPr>
        </p:nvSpPr>
        <p:spPr>
          <a:xfrm>
            <a:off x="685800" y="2675275"/>
            <a:ext cx="7772400" cy="605700"/>
          </a:xfrm>
          <a:prstGeom prst="rect">
            <a:avLst/>
          </a:prstGeom>
          <a:effectLst>
            <a:reflection stA="35000" endPos="47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 dirty="0"/>
          </a:p>
        </p:txBody>
      </p:sp>
      <p:sp>
        <p:nvSpPr>
          <p:cNvPr id="103" name="Google Shape;103;p3"/>
          <p:cNvSpPr txBox="1">
            <a:spLocks noGrp="1"/>
          </p:cNvSpPr>
          <p:nvPr>
            <p:ph type="subTitle" idx="1"/>
          </p:nvPr>
        </p:nvSpPr>
        <p:spPr>
          <a:xfrm>
            <a:off x="685800" y="3381833"/>
            <a:ext cx="77724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38100" lvl="0" indent="0" algn="ctr" rtl="0">
              <a:spcBef>
                <a:spcPts val="600"/>
              </a:spcBef>
              <a:spcAft>
                <a:spcPts val="0"/>
              </a:spcAft>
              <a:buSzPts val="3000"/>
              <a:buFontTx/>
              <a:buNone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 dirty="0"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6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“</a:t>
            </a:r>
            <a:endParaRPr sz="9600" dirty="0">
              <a:solidFill>
                <a:schemeClr val="accent6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13" name="Google Shape;113;p5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76200" lvl="0" indent="0" rtl="0">
              <a:spcBef>
                <a:spcPts val="600"/>
              </a:spcBef>
              <a:spcAft>
                <a:spcPts val="0"/>
              </a:spcAft>
              <a:buSzPts val="2400"/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17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8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37" name="Google Shape;137;p8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Rectángulo 8"/>
          <p:cNvSpPr/>
          <p:nvPr userDrawn="1"/>
        </p:nvSpPr>
        <p:spPr>
          <a:xfrm>
            <a:off x="483279" y="468767"/>
            <a:ext cx="8177442" cy="418321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6D9EEB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Action Button: Blank 3">
            <a:hlinkClick r:id="" action="ppaction://hlinkshowjump?jump=firstslide" highlightClick="1">
              <a:snd r:embed="rId3" name="click.wav"/>
            </a:hlinkClick>
            <a:extLst>
              <a:ext uri="{FF2B5EF4-FFF2-40B4-BE49-F238E27FC236}">
                <a16:creationId xmlns:a16="http://schemas.microsoft.com/office/drawing/2014/main" id="{C84F100C-B9D2-72C3-1E11-DED825509562}"/>
              </a:ext>
            </a:extLst>
          </p:cNvPr>
          <p:cNvSpPr/>
          <p:nvPr userDrawn="1"/>
        </p:nvSpPr>
        <p:spPr>
          <a:xfrm>
            <a:off x="8303699" y="1285272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4" action="ppaction://hlinksldjump" highlightClick="1">
              <a:snd r:embed="rId3" name="click.wav"/>
            </a:hlinkClick>
            <a:extLst>
              <a:ext uri="{FF2B5EF4-FFF2-40B4-BE49-F238E27FC236}">
                <a16:creationId xmlns:a16="http://schemas.microsoft.com/office/drawing/2014/main" id="{E8DB90B7-09C4-A67D-3BE0-08A637D47F75}"/>
              </a:ext>
            </a:extLst>
          </p:cNvPr>
          <p:cNvSpPr/>
          <p:nvPr userDrawn="1"/>
        </p:nvSpPr>
        <p:spPr>
          <a:xfrm>
            <a:off x="8303699" y="1927959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Score</a:t>
            </a:r>
            <a:endParaRPr lang="es-MX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Rectángulo 8"/>
          <p:cNvSpPr/>
          <p:nvPr userDrawn="1"/>
        </p:nvSpPr>
        <p:spPr>
          <a:xfrm>
            <a:off x="483279" y="468767"/>
            <a:ext cx="8177442" cy="418321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 dirty="0"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6D9EEB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206" name="Google Shape;206;p12">
            <a:hlinkClick r:id="rId3" action="ppaction://hlinksldjump"/>
          </p:cNvPr>
          <p:cNvSpPr/>
          <p:nvPr/>
        </p:nvSpPr>
        <p:spPr>
          <a:xfrm>
            <a:off x="0" y="-9276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Action Button: Blank 2">
            <a:hlinkClick r:id="" action="ppaction://hlinkshowjump?jump=firstslide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C7E242D0-AA90-03A4-8C98-2B2DCEC80304}"/>
              </a:ext>
            </a:extLst>
          </p:cNvPr>
          <p:cNvSpPr/>
          <p:nvPr userDrawn="1"/>
        </p:nvSpPr>
        <p:spPr>
          <a:xfrm>
            <a:off x="8303699" y="1285272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4" name="Action Button: Blank 3">
            <a:hlinkClick r:id="rId5" action="ppaction://hlinksldjump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F62B74BB-46C0-C602-EBB6-0C1E17BDD297}"/>
              </a:ext>
            </a:extLst>
          </p:cNvPr>
          <p:cNvSpPr/>
          <p:nvPr userDrawn="1"/>
        </p:nvSpPr>
        <p:spPr>
          <a:xfrm>
            <a:off x="8303699" y="1927959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Score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25392-C78B-8045-5569-09B2BBD95F67}"/>
              </a:ext>
            </a:extLst>
          </p:cNvPr>
          <p:cNvSpPr/>
          <p:nvPr userDrawn="1"/>
        </p:nvSpPr>
        <p:spPr>
          <a:xfrm>
            <a:off x="505098" y="4739149"/>
            <a:ext cx="8127274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002A2D6E-6D88-469B-C34F-942B3D38C297}"/>
              </a:ext>
            </a:extLst>
          </p:cNvPr>
          <p:cNvSpPr/>
          <p:nvPr userDrawn="1"/>
        </p:nvSpPr>
        <p:spPr>
          <a:xfrm>
            <a:off x="7903936" y="3024052"/>
            <a:ext cx="1240064" cy="14334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mixkit-game-show-buzz-in-309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interface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ackground">
            <a:extLst>
              <a:ext uri="{FF2B5EF4-FFF2-40B4-BE49-F238E27FC236}">
                <a16:creationId xmlns:a16="http://schemas.microsoft.com/office/drawing/2014/main" id="{855A23EE-7DC9-9DEA-8887-087FC2FEF469}"/>
              </a:ext>
            </a:extLst>
          </p:cNvPr>
          <p:cNvSpPr/>
          <p:nvPr userDrawn="1"/>
        </p:nvSpPr>
        <p:spPr>
          <a:xfrm>
            <a:off x="283149" y="181032"/>
            <a:ext cx="8614139" cy="477789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ED06FD82-AA9D-1544-F6AD-44A770CDB57B}"/>
              </a:ext>
            </a:extLst>
          </p:cNvPr>
          <p:cNvSpPr txBox="1">
            <a:spLocks/>
          </p:cNvSpPr>
          <p:nvPr userDrawn="1"/>
        </p:nvSpPr>
        <p:spPr>
          <a:xfrm>
            <a:off x="3793462" y="358300"/>
            <a:ext cx="4953100" cy="2556406"/>
          </a:xfrm>
          <a:prstGeom prst="rect">
            <a:avLst/>
          </a:prstGeom>
          <a:noFill/>
        </p:spPr>
        <p:txBody>
          <a:bodyPr lIns="180000" tIns="180000" rIns="18000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b="1" dirty="0">
                <a:solidFill>
                  <a:srgbClr val="FFC000"/>
                </a:solidFill>
              </a:rPr>
              <a:t>Gemini API Key </a:t>
            </a: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(first time only – enter and save):</a:t>
            </a:r>
            <a:endParaRPr lang="es-MX" sz="11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r>
              <a:rPr lang="es-MX" sz="1000" b="1" dirty="0" err="1">
                <a:solidFill>
                  <a:srgbClr val="FFC000"/>
                </a:solidFill>
              </a:rPr>
              <a:t>Theme</a:t>
            </a:r>
            <a:r>
              <a:rPr lang="es-MX" sz="1000" b="1" dirty="0">
                <a:solidFill>
                  <a:schemeClr val="bg1"/>
                </a:solidFill>
              </a:rPr>
              <a:t> 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(be </a:t>
            </a:r>
            <a:r>
              <a:rPr lang="es-MX" sz="1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specific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):</a:t>
            </a: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endParaRPr lang="es-MX" sz="1000" b="1" dirty="0">
              <a:solidFill>
                <a:srgbClr val="FFC000"/>
              </a:solidFill>
            </a:endParaRPr>
          </a:p>
          <a:p>
            <a:endParaRPr lang="es-MX" sz="1000" b="1" dirty="0">
              <a:solidFill>
                <a:srgbClr val="FFC000"/>
              </a:solidFill>
            </a:endParaRPr>
          </a:p>
          <a:p>
            <a:r>
              <a:rPr lang="es-MX" sz="1000" b="1" dirty="0" err="1">
                <a:solidFill>
                  <a:srgbClr val="FFC000"/>
                </a:solidFill>
              </a:rPr>
              <a:t>Vocabulary</a:t>
            </a:r>
            <a:r>
              <a:rPr lang="es-MX" sz="1000" b="1" dirty="0">
                <a:solidFill>
                  <a:srgbClr val="FFC000"/>
                </a:solidFill>
              </a:rPr>
              <a:t> </a:t>
            </a:r>
            <a:r>
              <a:rPr lang="es-MX" sz="1000" b="1" dirty="0" err="1">
                <a:solidFill>
                  <a:srgbClr val="FFC000"/>
                </a:solidFill>
              </a:rPr>
              <a:t>List</a:t>
            </a:r>
            <a:r>
              <a:rPr lang="es-MX" sz="1000" b="1" dirty="0">
                <a:solidFill>
                  <a:srgbClr val="FFC000"/>
                </a:solidFill>
              </a:rPr>
              <a:t> 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</a:t>
            </a:r>
            <a:r>
              <a:rPr lang="es-MX" sz="1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optional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comma-separated):</a:t>
            </a:r>
            <a:endParaRPr lang="es-MX" sz="1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n-US" sz="1200" u="sng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1" name="Google Shape;278;p18">
            <a:extLst>
              <a:ext uri="{FF2B5EF4-FFF2-40B4-BE49-F238E27FC236}">
                <a16:creationId xmlns:a16="http://schemas.microsoft.com/office/drawing/2014/main" id="{78C22E86-650F-9953-068C-200F79C59658}"/>
              </a:ext>
            </a:extLst>
          </p:cNvPr>
          <p:cNvSpPr txBox="1">
            <a:spLocks/>
          </p:cNvSpPr>
          <p:nvPr userDrawn="1"/>
        </p:nvSpPr>
        <p:spPr>
          <a:xfrm>
            <a:off x="649387" y="163657"/>
            <a:ext cx="3026033" cy="55463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en-US" sz="1400" b="0" i="0" u="none" strike="noStrike" cap="none" dirty="0">
                <a:solidFill>
                  <a:srgbClr val="000000"/>
                </a:solidFill>
                <a:latin typeface="Impact" panose="020B0806030902050204" pitchFamily="34" charset="0"/>
                <a:ea typeface="Impact" panose="020B080603090205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spcBef>
                <a:spcPts val="600"/>
              </a:spcBef>
            </a:pPr>
            <a:r>
              <a:rPr lang="es-MX" sz="1800" dirty="0">
                <a:solidFill>
                  <a:schemeClr val="bg1"/>
                </a:solidFill>
              </a:rPr>
              <a:t>JEOPARTY </a:t>
            </a:r>
            <a:r>
              <a:rPr lang="es-MX" sz="1800" dirty="0">
                <a:solidFill>
                  <a:srgbClr val="FFC319"/>
                </a:solidFill>
              </a:rPr>
              <a:t>AI GENERATOR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0B2641-EE47-209E-BE5C-5AD87EBAD61C}"/>
              </a:ext>
            </a:extLst>
          </p:cNvPr>
          <p:cNvSpPr txBox="1"/>
          <p:nvPr userDrawn="1"/>
        </p:nvSpPr>
        <p:spPr>
          <a:xfrm>
            <a:off x="3932746" y="3604929"/>
            <a:ext cx="4559024" cy="352341"/>
          </a:xfrm>
          <a:prstGeom prst="rect">
            <a:avLst/>
          </a:prstGeom>
          <a:noFill/>
        </p:spPr>
        <p:txBody>
          <a:bodyPr vert="horz" wrap="square" lIns="46800" rIns="468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 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Primary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Model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:                                             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Fallback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MX" sz="1000" b="1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hlinkClick r:id="" action="ppaction://macro?name=GenerateJeopardyGame"/>
            <a:extLst>
              <a:ext uri="{FF2B5EF4-FFF2-40B4-BE49-F238E27FC236}">
                <a16:creationId xmlns:a16="http://schemas.microsoft.com/office/drawing/2014/main" id="{9BC7CE9E-E4CB-743A-5971-B07499184010}"/>
              </a:ext>
            </a:extLst>
          </p:cNvPr>
          <p:cNvSpPr/>
          <p:nvPr userDrawn="1"/>
        </p:nvSpPr>
        <p:spPr>
          <a:xfrm>
            <a:off x="1043507" y="4312168"/>
            <a:ext cx="2024151" cy="481150"/>
          </a:xfrm>
          <a:prstGeom prst="round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5A623"/>
                </a:solidFill>
              </a:rPr>
              <a:t>GENERATE GAME</a:t>
            </a:r>
            <a:endParaRPr lang="es-MX" sz="1200" b="1" dirty="0">
              <a:solidFill>
                <a:srgbClr val="F5A62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158268-1258-2BE6-7C63-C208D8FBDD82}"/>
              </a:ext>
            </a:extLst>
          </p:cNvPr>
          <p:cNvSpPr txBox="1"/>
          <p:nvPr userDrawn="1"/>
        </p:nvSpPr>
        <p:spPr>
          <a:xfrm>
            <a:off x="3159679" y="4327164"/>
            <a:ext cx="58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Edit theme in 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Normal Mode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, then press 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SHIFT+F5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 to enter 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Presentation Mode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 before clicking 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Generate Game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.</a:t>
            </a:r>
            <a:endParaRPr lang="es-MX" dirty="0"/>
          </a:p>
        </p:txBody>
      </p:sp>
      <p:sp>
        <p:nvSpPr>
          <p:cNvPr id="47" name="Rectangle: Rounded Corners 46">
            <a:hlinkClick r:id="" action="ppaction://macro?name=InjectStoredDataOnly"/>
            <a:extLst>
              <a:ext uri="{FF2B5EF4-FFF2-40B4-BE49-F238E27FC236}">
                <a16:creationId xmlns:a16="http://schemas.microsoft.com/office/drawing/2014/main" id="{D58709F2-7073-EF4E-2D56-83289BCF8615}"/>
              </a:ext>
            </a:extLst>
          </p:cNvPr>
          <p:cNvSpPr/>
          <p:nvPr userDrawn="1"/>
        </p:nvSpPr>
        <p:spPr>
          <a:xfrm>
            <a:off x="7245334" y="290584"/>
            <a:ext cx="1420356" cy="347487"/>
          </a:xfrm>
          <a:prstGeom prst="round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5A623"/>
                </a:solidFill>
              </a:rPr>
              <a:t>USE LAST` GAME</a:t>
            </a:r>
            <a:r>
              <a:rPr lang="en-US" sz="1000" b="1" dirty="0"/>
              <a:t> </a:t>
            </a:r>
            <a:endParaRPr lang="es-MX" sz="1000" b="1" dirty="0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5DADABDF-13EA-D305-FCE7-70790EC8B53D}"/>
              </a:ext>
            </a:extLst>
          </p:cNvPr>
          <p:cNvSpPr/>
          <p:nvPr userDrawn="1"/>
        </p:nvSpPr>
        <p:spPr>
          <a:xfrm>
            <a:off x="580832" y="699390"/>
            <a:ext cx="3081000" cy="3487098"/>
          </a:xfrm>
          <a:prstGeom prst="roundRect">
            <a:avLst/>
          </a:prstGeom>
          <a:solidFill>
            <a:srgbClr val="080687"/>
          </a:solidFill>
          <a:ln w="25400" cap="flat" cmpd="sng" algn="ctr">
            <a:solidFill>
              <a:srgbClr val="080687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6" name="Oval 21">
            <a:extLst>
              <a:ext uri="{FF2B5EF4-FFF2-40B4-BE49-F238E27FC236}">
                <a16:creationId xmlns:a16="http://schemas.microsoft.com/office/drawing/2014/main" id="{744FC20A-8FFC-18EB-7103-7276B1FFEC3F}"/>
              </a:ext>
            </a:extLst>
          </p:cNvPr>
          <p:cNvSpPr/>
          <p:nvPr userDrawn="1"/>
        </p:nvSpPr>
        <p:spPr>
          <a:xfrm>
            <a:off x="823102" y="830122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8" name="Oval 22">
            <a:extLst>
              <a:ext uri="{FF2B5EF4-FFF2-40B4-BE49-F238E27FC236}">
                <a16:creationId xmlns:a16="http://schemas.microsoft.com/office/drawing/2014/main" id="{FF9BF9E2-DFAD-2253-3258-461D1215D2BF}"/>
              </a:ext>
            </a:extLst>
          </p:cNvPr>
          <p:cNvSpPr/>
          <p:nvPr userDrawn="1"/>
        </p:nvSpPr>
        <p:spPr>
          <a:xfrm>
            <a:off x="836354" y="3598659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9" name="Oval 23">
            <a:extLst>
              <a:ext uri="{FF2B5EF4-FFF2-40B4-BE49-F238E27FC236}">
                <a16:creationId xmlns:a16="http://schemas.microsoft.com/office/drawing/2014/main" id="{3ADA6CDA-FDA3-7CDE-7F93-2E37131CD208}"/>
              </a:ext>
            </a:extLst>
          </p:cNvPr>
          <p:cNvSpPr/>
          <p:nvPr userDrawn="1"/>
        </p:nvSpPr>
        <p:spPr>
          <a:xfrm>
            <a:off x="823102" y="1886529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0" name="Oval 24">
            <a:extLst>
              <a:ext uri="{FF2B5EF4-FFF2-40B4-BE49-F238E27FC236}">
                <a16:creationId xmlns:a16="http://schemas.microsoft.com/office/drawing/2014/main" id="{3CE3D39A-1715-BD6A-7670-75B2A783CEF0}"/>
              </a:ext>
            </a:extLst>
          </p:cNvPr>
          <p:cNvSpPr/>
          <p:nvPr userDrawn="1"/>
        </p:nvSpPr>
        <p:spPr>
          <a:xfrm>
            <a:off x="823102" y="2746753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1" name="CuadroTexto 30"/>
          <p:cNvSpPr txBox="1"/>
          <p:nvPr userDrawn="1"/>
        </p:nvSpPr>
        <p:spPr>
          <a:xfrm>
            <a:off x="807544" y="775960"/>
            <a:ext cx="27996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  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time only: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paste your free Gemini API key into the field on the right. Save this file. You never need to do this again.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Get it here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 Type your theme.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specific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the more detail, the better your game. 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  Press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SHIFT+F5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 enter Presentation Mode, then click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GAME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below.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  When prompted, save your game and play!</a:t>
            </a:r>
          </a:p>
        </p:txBody>
      </p:sp>
    </p:spTree>
    <p:extLst>
      <p:ext uri="{BB962C8B-B14F-4D97-AF65-F5344CB8AC3E}">
        <p14:creationId xmlns:p14="http://schemas.microsoft.com/office/powerpoint/2010/main" val="25846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fld id="{00000000-1234-1234-1234-123412341234}" type="slidenum">
              <a:rPr lang="en" smtClean="0"/>
              <a:pPr/>
              <a:t>‹Nº›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lang="en-US" sz="1400" b="0" i="0" u="none" strike="noStrike" cap="none" dirty="0">
          <a:solidFill>
            <a:srgbClr val="000000"/>
          </a:solidFill>
          <a:latin typeface="Impact" panose="020B0806030902050204" pitchFamily="34" charset="0"/>
          <a:ea typeface="Impact" panose="020B080603090205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22.xml"/><Relationship Id="rId18" Type="http://schemas.openxmlformats.org/officeDocument/2006/relationships/slide" Target="slide32.xml"/><Relationship Id="rId26" Type="http://schemas.openxmlformats.org/officeDocument/2006/relationships/slide" Target="slide48.xml"/><Relationship Id="rId3" Type="http://schemas.openxmlformats.org/officeDocument/2006/relationships/slide" Target="slide4.xml"/><Relationship Id="rId21" Type="http://schemas.openxmlformats.org/officeDocument/2006/relationships/slide" Target="slide38.xml"/><Relationship Id="rId7" Type="http://schemas.openxmlformats.org/officeDocument/2006/relationships/slide" Target="slide10.xml"/><Relationship Id="rId12" Type="http://schemas.openxmlformats.org/officeDocument/2006/relationships/slide" Target="slide20.xml"/><Relationship Id="rId17" Type="http://schemas.openxmlformats.org/officeDocument/2006/relationships/slide" Target="slide30.xml"/><Relationship Id="rId25" Type="http://schemas.openxmlformats.org/officeDocument/2006/relationships/slide" Target="slide46.xml"/><Relationship Id="rId2" Type="http://schemas.openxmlformats.org/officeDocument/2006/relationships/notesSlide" Target="../notesSlides/notesSlide1.xml"/><Relationship Id="rId16" Type="http://schemas.openxmlformats.org/officeDocument/2006/relationships/slide" Target="slide28.xml"/><Relationship Id="rId20" Type="http://schemas.openxmlformats.org/officeDocument/2006/relationships/slide" Target="slide36.xml"/><Relationship Id="rId29" Type="http://schemas.openxmlformats.org/officeDocument/2006/relationships/slide" Target="slide5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24" Type="http://schemas.openxmlformats.org/officeDocument/2006/relationships/slide" Target="slide44.xml"/><Relationship Id="rId32" Type="http://schemas.openxmlformats.org/officeDocument/2006/relationships/audio" Target="../media/audio1.wav"/><Relationship Id="rId5" Type="http://schemas.openxmlformats.org/officeDocument/2006/relationships/slide" Target="slide6.xml"/><Relationship Id="rId15" Type="http://schemas.openxmlformats.org/officeDocument/2006/relationships/slide" Target="slide26.xml"/><Relationship Id="rId23" Type="http://schemas.openxmlformats.org/officeDocument/2006/relationships/slide" Target="slide42.xml"/><Relationship Id="rId28" Type="http://schemas.openxmlformats.org/officeDocument/2006/relationships/slide" Target="slide52.xml"/><Relationship Id="rId10" Type="http://schemas.openxmlformats.org/officeDocument/2006/relationships/slide" Target="slide16.xml"/><Relationship Id="rId19" Type="http://schemas.openxmlformats.org/officeDocument/2006/relationships/slide" Target="slide34.xml"/><Relationship Id="rId31" Type="http://schemas.openxmlformats.org/officeDocument/2006/relationships/slide" Target="slide55.xml"/><Relationship Id="rId4" Type="http://schemas.openxmlformats.org/officeDocument/2006/relationships/audio" Target="../media/audio3.wav"/><Relationship Id="rId9" Type="http://schemas.openxmlformats.org/officeDocument/2006/relationships/slide" Target="slide14.xml"/><Relationship Id="rId14" Type="http://schemas.openxmlformats.org/officeDocument/2006/relationships/slide" Target="slide24.xml"/><Relationship Id="rId22" Type="http://schemas.openxmlformats.org/officeDocument/2006/relationships/slide" Target="slide40.xml"/><Relationship Id="rId27" Type="http://schemas.openxmlformats.org/officeDocument/2006/relationships/slide" Target="slide50.xml"/><Relationship Id="rId30" Type="http://schemas.openxmlformats.org/officeDocument/2006/relationships/audio" Target="../media/audio4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13" Type="http://schemas.openxmlformats.org/officeDocument/2006/relationships/audio" Target="../media/audio1.wav"/><Relationship Id="rId3" Type="http://schemas.microsoft.com/office/2007/relationships/media" Target="../media/media2.wav"/><Relationship Id="rId7" Type="http://schemas.openxmlformats.org/officeDocument/2006/relationships/tags" Target="../tags/tag3.xml"/><Relationship Id="rId12" Type="http://schemas.openxmlformats.org/officeDocument/2006/relationships/image" Target="../media/image1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tags" Target="../tags/tag2.xml"/><Relationship Id="rId11" Type="http://schemas.openxmlformats.org/officeDocument/2006/relationships/audio" Target="../media/audio5.wav"/><Relationship Id="rId5" Type="http://schemas.openxmlformats.org/officeDocument/2006/relationships/tags" Target="../tags/tag1.xml"/><Relationship Id="rId10" Type="http://schemas.openxmlformats.org/officeDocument/2006/relationships/slideLayout" Target="../slideLayouts/slideLayout11.xml"/><Relationship Id="rId4" Type="http://schemas.openxmlformats.org/officeDocument/2006/relationships/audio" Target="../media/media2.wav"/><Relationship Id="rId9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slide" Target="sl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.pn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3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?utm_source=template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uatulcofish.wordpress.com/" TargetMode="External"/><Relationship Id="rId4" Type="http://schemas.openxmlformats.org/officeDocument/2006/relationships/hyperlink" Target="https://www.myinstants.com/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/>
          <p:cNvSpPr/>
          <p:nvPr/>
        </p:nvSpPr>
        <p:spPr>
          <a:xfrm>
            <a:off x="7290875" y="2679907"/>
            <a:ext cx="1265700" cy="1908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ángulo 1"/>
          <p:cNvSpPr/>
          <p:nvPr/>
        </p:nvSpPr>
        <p:spPr>
          <a:xfrm>
            <a:off x="7290875" y="577200"/>
            <a:ext cx="1265700" cy="2038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5727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91780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262888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07963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17">
            <a:hlinkClick r:id="rId3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17">
            <a:hlinkClick r:id="rId5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17">
            <a:hlinkClick r:id="rId6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6" name="Google Shape;246;p17">
            <a:hlinkClick r:id="rId7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7" name="Google Shape;247;p17">
            <a:hlinkClick r:id="rId8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7">
            <a:hlinkClick r:id="rId9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Google Shape;249;p17">
            <a:hlinkClick r:id="rId10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Google Shape;250;p17">
            <a:hlinkClick r:id="rId11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1" name="Google Shape;251;p17">
            <a:hlinkClick r:id="rId12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17">
            <a:hlinkClick r:id="rId13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17">
            <a:hlinkClick r:id="rId14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4" name="Google Shape;254;p17">
            <a:hlinkClick r:id="rId15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17">
            <a:hlinkClick r:id="rId16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6" name="Google Shape;256;p17">
            <a:hlinkClick r:id="rId17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7" name="Google Shape;257;p17">
            <a:hlinkClick r:id="rId18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 r:id="rId19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 r:id="rId20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 r:id="rId21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 r:id="rId22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r:id="rId23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Google Shape;263;p17">
            <a:hlinkClick r:id="rId24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13175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4" name="Google Shape;264;p17">
            <a:hlinkClick r:id="rId25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19893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5" name="Google Shape;265;p17">
            <a:hlinkClick r:id="rId26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26612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6" name="Google Shape;266;p17">
            <a:hlinkClick r:id="rId27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33331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7" name="Google Shape;267;p17">
            <a:hlinkClick r:id="rId28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40049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8" name="Google Shape;268;p17">
            <a:hlinkClick r:id="rId29" action="ppaction://hlinksldjump">
              <a:snd r:embed="rId30" name="mixkit-ominous-drums-227.wav"/>
            </a:hlinkClick>
          </p:cNvPr>
          <p:cNvSpPr txBox="1"/>
          <p:nvPr/>
        </p:nvSpPr>
        <p:spPr>
          <a:xfrm>
            <a:off x="7290874" y="577200"/>
            <a:ext cx="1306281" cy="1996097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</a:t>
            </a:r>
            <a:r>
              <a:rPr lang="es-MX" sz="2400" dirty="0" err="1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Jeoparty</a:t>
            </a: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/>
            </a:r>
            <a:b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s-MX" sz="2400" dirty="0" err="1">
                <a:solidFill>
                  <a:schemeClr val="bg1"/>
                </a:solidFill>
                <a:latin typeface="Bebas Neue"/>
                <a:ea typeface="Bebas Neue"/>
                <a:cs typeface="Bebas Neue"/>
                <a:sym typeface="Bebas Neue"/>
              </a:rPr>
              <a:t>Topic</a:t>
            </a:r>
            <a:endParaRPr sz="2400" dirty="0">
              <a:solidFill>
                <a:schemeClr val="bg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9" name="Google Shape;269;p17">
            <a:hlinkClick r:id="rId31" action="ppaction://hlinksldjump">
              <a:snd r:embed="rId32" name="click.wav"/>
            </a:hlinkClick>
          </p:cNvPr>
          <p:cNvSpPr txBox="1"/>
          <p:nvPr/>
        </p:nvSpPr>
        <p:spPr>
          <a:xfrm>
            <a:off x="7290875" y="2661262"/>
            <a:ext cx="1306281" cy="1927592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</a:t>
            </a:r>
            <a:r>
              <a:rPr lang="es-MX" sz="2400" dirty="0" err="1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Jeoparty</a:t>
            </a: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s-MX" sz="2400" dirty="0" err="1">
                <a:solidFill>
                  <a:schemeClr val="bg1"/>
                </a:solidFill>
                <a:latin typeface="Bebas Neue"/>
                <a:ea typeface="Bebas Neue"/>
                <a:cs typeface="Bebas Neue"/>
                <a:sym typeface="Bebas Neue"/>
              </a:rPr>
              <a:t>Question</a:t>
            </a:r>
            <a:endParaRPr sz="2400" dirty="0">
              <a:solidFill>
                <a:schemeClr val="bg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Title_Cat1"/>
          <p:cNvSpPr txBox="1"/>
          <p:nvPr/>
        </p:nvSpPr>
        <p:spPr>
          <a:xfrm>
            <a:off x="497025" y="494445"/>
            <a:ext cx="1417100" cy="731471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Monologue Masters</a:t>
            </a:r>
            <a:endParaRPr lang="en-US" dirty="0"/>
          </a:p>
        </p:txBody>
      </p:sp>
      <p:sp>
        <p:nvSpPr>
          <p:cNvPr id="43" name="Title_Cat2"/>
          <p:cNvSpPr txBox="1"/>
          <p:nvPr/>
        </p:nvSpPr>
        <p:spPr>
          <a:xfrm>
            <a:off x="1845726" y="494446"/>
            <a:ext cx="1417100" cy="740145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Late Night Staples</a:t>
            </a:r>
            <a:endParaRPr lang="en-US" dirty="0"/>
          </a:p>
        </p:txBody>
      </p:sp>
      <p:sp>
        <p:nvSpPr>
          <p:cNvPr id="44" name="Title_Cat3"/>
          <p:cNvSpPr txBox="1"/>
          <p:nvPr/>
        </p:nvSpPr>
        <p:spPr>
          <a:xfrm>
            <a:off x="3190875" y="485772"/>
            <a:ext cx="1417100" cy="740145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Iconic Hosts</a:t>
            </a:r>
            <a:endParaRPr lang="en-US" b="1" dirty="0">
              <a:solidFill>
                <a:srgbClr val="FFC31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itle_Cat4"/>
          <p:cNvSpPr txBox="1"/>
          <p:nvPr/>
        </p:nvSpPr>
        <p:spPr>
          <a:xfrm>
            <a:off x="4528581" y="494446"/>
            <a:ext cx="1417100" cy="731470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Sketch Comedy Stars</a:t>
            </a:r>
            <a:endParaRPr lang="en-US" dirty="0"/>
          </a:p>
        </p:txBody>
      </p:sp>
      <p:sp>
        <p:nvSpPr>
          <p:cNvPr id="6" name="Title_Cat5">
            <a:extLst>
              <a:ext uri="{FF2B5EF4-FFF2-40B4-BE49-F238E27FC236}">
                <a16:creationId xmlns:a16="http://schemas.microsoft.com/office/drawing/2014/main" id="{06A7332D-5332-6CD9-41A6-5FD94E532B3A}"/>
              </a:ext>
            </a:extLst>
          </p:cNvPr>
          <p:cNvSpPr txBox="1"/>
          <p:nvPr/>
        </p:nvSpPr>
        <p:spPr>
          <a:xfrm>
            <a:off x="5873663" y="498783"/>
            <a:ext cx="1417100" cy="731470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Musical Guests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5"/>
                                            </p:cond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9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tón de acción: Sonido 3">
            <a:hlinkClick r:id="" action="ppaction://noaction" highlightClick="1">
              <a:snd r:embed="rId11" name="cashreg.wav"/>
            </a:hlinkClick>
          </p:cNvPr>
          <p:cNvSpPr/>
          <p:nvPr/>
        </p:nvSpPr>
        <p:spPr>
          <a:xfrm>
            <a:off x="7471021" y="1474391"/>
            <a:ext cx="789490" cy="1437868"/>
          </a:xfrm>
          <a:prstGeom prst="actionButtonSound">
            <a:avLst/>
          </a:prstGeom>
          <a:solidFill>
            <a:srgbClr val="FFC31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ASHRE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802211" y="1288464"/>
            <a:ext cx="609600" cy="609600"/>
          </a:xfrm>
          <a:prstGeom prst="rect">
            <a:avLst/>
          </a:prstGeom>
        </p:spPr>
      </p:pic>
      <p:pic>
        <p:nvPicPr>
          <p:cNvPr id="5" name="rightanswer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817657" y="2193325"/>
            <a:ext cx="609600" cy="609600"/>
          </a:xfrm>
          <a:prstGeom prst="rect">
            <a:avLst/>
          </a:prstGeom>
        </p:spPr>
      </p:pic>
      <p:sp>
        <p:nvSpPr>
          <p:cNvPr id="40" name="Team1ScoreBox"/>
          <p:cNvSpPr txBox="1"/>
          <p:nvPr>
            <p:custDataLst>
              <p:tags r:id="rId5"/>
            </p:custDataLst>
          </p:nvPr>
        </p:nvSpPr>
        <p:spPr>
          <a:xfrm>
            <a:off x="975561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1</a:t>
            </a:r>
          </a:p>
        </p:txBody>
      </p:sp>
      <p:sp>
        <p:nvSpPr>
          <p:cNvPr id="45" name="Team1ScoreBox"/>
          <p:cNvSpPr txBox="1"/>
          <p:nvPr>
            <p:custDataLst>
              <p:tags r:id="rId6"/>
            </p:custDataLst>
          </p:nvPr>
        </p:nvSpPr>
        <p:spPr>
          <a:xfrm>
            <a:off x="2686390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50" name="Team1ScoreBox"/>
          <p:cNvSpPr txBox="1"/>
          <p:nvPr>
            <p:custDataLst>
              <p:tags r:id="rId7"/>
            </p:custDataLst>
          </p:nvPr>
        </p:nvSpPr>
        <p:spPr>
          <a:xfrm>
            <a:off x="4299809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3</a:t>
            </a:r>
          </a:p>
        </p:txBody>
      </p:sp>
      <p:sp>
        <p:nvSpPr>
          <p:cNvPr id="52" name="Team1ScoreBox"/>
          <p:cNvSpPr txBox="1"/>
          <p:nvPr>
            <p:custDataLst>
              <p:tags r:id="rId8"/>
            </p:custDataLst>
          </p:nvPr>
        </p:nvSpPr>
        <p:spPr>
          <a:xfrm>
            <a:off x="5934990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4</a:t>
            </a:r>
          </a:p>
        </p:txBody>
      </p:sp>
      <p:sp>
        <p:nvSpPr>
          <p:cNvPr id="3" name="BacktoGame">
            <a:hlinkClick r:id="" action="ppaction://hlinkshowjump?jump=firstslide" highlightClick="1">
              <a:snd r:embed="rId13" name="click.wav"/>
            </a:hlinkClick>
            <a:extLst>
              <a:ext uri="{FF2B5EF4-FFF2-40B4-BE49-F238E27FC236}">
                <a16:creationId xmlns:a16="http://schemas.microsoft.com/office/drawing/2014/main" id="{BB192384-4742-862E-1A20-FCBE27A8771B}"/>
              </a:ext>
            </a:extLst>
          </p:cNvPr>
          <p:cNvSpPr/>
          <p:nvPr/>
        </p:nvSpPr>
        <p:spPr>
          <a:xfrm>
            <a:off x="7471021" y="3121258"/>
            <a:ext cx="789491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6" name="Google Shape;278;p18">
            <a:extLst>
              <a:ext uri="{FF2B5EF4-FFF2-40B4-BE49-F238E27FC236}">
                <a16:creationId xmlns:a16="http://schemas.microsoft.com/office/drawing/2014/main" id="{E173EDBE-2B0C-CCEC-6A41-CF021F68EF59}"/>
              </a:ext>
            </a:extLst>
          </p:cNvPr>
          <p:cNvSpPr txBox="1">
            <a:spLocks/>
          </p:cNvSpPr>
          <p:nvPr/>
        </p:nvSpPr>
        <p:spPr>
          <a:xfrm>
            <a:off x="975561" y="1118664"/>
            <a:ext cx="6229733" cy="81012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sz="4000" dirty="0" smtClean="0">
                <a:solidFill>
                  <a:srgbClr val="F5A623"/>
                </a:solidFill>
              </a:rPr>
              <a:t> </a:t>
            </a:r>
            <a:r>
              <a:rPr lang="es-MX" sz="4000" dirty="0"/>
              <a:t>CLICK ◇</a:t>
            </a:r>
            <a:r>
              <a:rPr lang="es-MX" sz="4000" dirty="0" smtClean="0"/>
              <a:t> </a:t>
            </a:r>
            <a:r>
              <a:rPr lang="es-MX" sz="4000" dirty="0">
                <a:solidFill>
                  <a:srgbClr val="FFC319"/>
                </a:solidFill>
              </a:rPr>
              <a:t>SCOREBOARD</a:t>
            </a:r>
          </a:p>
        </p:txBody>
      </p:sp>
      <p:sp>
        <p:nvSpPr>
          <p:cNvPr id="8" name="9 Col3_Num0">
            <a:extLst>
              <a:ext uri="{FF2B5EF4-FFF2-40B4-BE49-F238E27FC236}">
                <a16:creationId xmlns:a16="http://schemas.microsoft.com/office/drawing/2014/main" id="{59BD38FD-0E0E-F0D4-14E8-FC326CFF158E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" name="8 Col3_Num0">
            <a:extLst>
              <a:ext uri="{FF2B5EF4-FFF2-40B4-BE49-F238E27FC236}">
                <a16:creationId xmlns:a16="http://schemas.microsoft.com/office/drawing/2014/main" id="{47B9590D-3CDD-116C-6823-2DD091028246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" name="7 Col3_Num0">
            <a:extLst>
              <a:ext uri="{FF2B5EF4-FFF2-40B4-BE49-F238E27FC236}">
                <a16:creationId xmlns:a16="http://schemas.microsoft.com/office/drawing/2014/main" id="{E7F9F074-9C9A-CF06-1224-18DB0C373827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" name="6 Col3_Num0">
            <a:extLst>
              <a:ext uri="{FF2B5EF4-FFF2-40B4-BE49-F238E27FC236}">
                <a16:creationId xmlns:a16="http://schemas.microsoft.com/office/drawing/2014/main" id="{CCA80926-D48B-F9B9-BA0D-074C673D35A6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" name="5 Col3_Num0">
            <a:extLst>
              <a:ext uri="{FF2B5EF4-FFF2-40B4-BE49-F238E27FC236}">
                <a16:creationId xmlns:a16="http://schemas.microsoft.com/office/drawing/2014/main" id="{75AA1D18-4B7A-BEB4-A249-A5D51A336A52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" name="4 Col3_Num0">
            <a:extLst>
              <a:ext uri="{FF2B5EF4-FFF2-40B4-BE49-F238E27FC236}">
                <a16:creationId xmlns:a16="http://schemas.microsoft.com/office/drawing/2014/main" id="{B9AFA4C0-5E39-5145-B045-E227B3BF4A3C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" name="3 Col3_Num0">
            <a:extLst>
              <a:ext uri="{FF2B5EF4-FFF2-40B4-BE49-F238E27FC236}">
                <a16:creationId xmlns:a16="http://schemas.microsoft.com/office/drawing/2014/main" id="{D2E3EE25-DC62-F7C0-02CF-CDB5281EFF93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2 Col3_Num0">
            <a:extLst>
              <a:ext uri="{FF2B5EF4-FFF2-40B4-BE49-F238E27FC236}">
                <a16:creationId xmlns:a16="http://schemas.microsoft.com/office/drawing/2014/main" id="{709F7CDE-18F5-B53E-0B96-0677D8D69388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" name="1 Col3_Num0">
            <a:extLst>
              <a:ext uri="{FF2B5EF4-FFF2-40B4-BE49-F238E27FC236}">
                <a16:creationId xmlns:a16="http://schemas.microsoft.com/office/drawing/2014/main" id="{3885EA8A-8EE8-8A30-77EA-919CB4F03336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" name="0 Col3_Num0">
            <a:extLst>
              <a:ext uri="{FF2B5EF4-FFF2-40B4-BE49-F238E27FC236}">
                <a16:creationId xmlns:a16="http://schemas.microsoft.com/office/drawing/2014/main" id="{4CFA95E7-FAF9-3873-0784-B2FEB0D63531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5" name="9 Col3_Num0">
            <a:extLst>
              <a:ext uri="{FF2B5EF4-FFF2-40B4-BE49-F238E27FC236}">
                <a16:creationId xmlns:a16="http://schemas.microsoft.com/office/drawing/2014/main" id="{531F0C12-B2E2-3E50-4736-C26D9C031542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6" name="8 Col3_Num0">
            <a:extLst>
              <a:ext uri="{FF2B5EF4-FFF2-40B4-BE49-F238E27FC236}">
                <a16:creationId xmlns:a16="http://schemas.microsoft.com/office/drawing/2014/main" id="{3AA4D99C-CD5D-DFFF-7895-331DCE68D259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7" name="7 Col3_Num0">
            <a:extLst>
              <a:ext uri="{FF2B5EF4-FFF2-40B4-BE49-F238E27FC236}">
                <a16:creationId xmlns:a16="http://schemas.microsoft.com/office/drawing/2014/main" id="{972B02F7-65D0-960E-178C-765E2D5FE8F3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8" name="6 Col3_Num0">
            <a:extLst>
              <a:ext uri="{FF2B5EF4-FFF2-40B4-BE49-F238E27FC236}">
                <a16:creationId xmlns:a16="http://schemas.microsoft.com/office/drawing/2014/main" id="{F1933B24-2756-ED17-FA4E-8452653C393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9" name="5 Col3_Num0">
            <a:extLst>
              <a:ext uri="{FF2B5EF4-FFF2-40B4-BE49-F238E27FC236}">
                <a16:creationId xmlns:a16="http://schemas.microsoft.com/office/drawing/2014/main" id="{DF265DBB-6524-E39E-2054-BDDEB4AE50E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0" name="4 Col3_Num0">
            <a:extLst>
              <a:ext uri="{FF2B5EF4-FFF2-40B4-BE49-F238E27FC236}">
                <a16:creationId xmlns:a16="http://schemas.microsoft.com/office/drawing/2014/main" id="{698FE3D7-6208-3830-730C-46C568A5BF38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1" name="3 Col3_Num0">
            <a:extLst>
              <a:ext uri="{FF2B5EF4-FFF2-40B4-BE49-F238E27FC236}">
                <a16:creationId xmlns:a16="http://schemas.microsoft.com/office/drawing/2014/main" id="{DCE46D5A-6624-87E0-4D1D-976E005DEDEC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2 Col3_Num0">
            <a:extLst>
              <a:ext uri="{FF2B5EF4-FFF2-40B4-BE49-F238E27FC236}">
                <a16:creationId xmlns:a16="http://schemas.microsoft.com/office/drawing/2014/main" id="{C76F03CC-23CB-5C81-CB4F-9DB81E0F073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" name="1 Col3_Num0">
            <a:extLst>
              <a:ext uri="{FF2B5EF4-FFF2-40B4-BE49-F238E27FC236}">
                <a16:creationId xmlns:a16="http://schemas.microsoft.com/office/drawing/2014/main" id="{B911A35A-DB87-8867-524E-168AE77EE94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" name="0 Col3_Num0">
            <a:extLst>
              <a:ext uri="{FF2B5EF4-FFF2-40B4-BE49-F238E27FC236}">
                <a16:creationId xmlns:a16="http://schemas.microsoft.com/office/drawing/2014/main" id="{481843E0-6943-92EC-A1AF-5E5DB32A4B21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5" name="9 Col3_Num0">
            <a:extLst>
              <a:ext uri="{FF2B5EF4-FFF2-40B4-BE49-F238E27FC236}">
                <a16:creationId xmlns:a16="http://schemas.microsoft.com/office/drawing/2014/main" id="{6D1F9BB9-B179-0632-48D5-B3BE02D355B8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" name="8 Col3_Num0">
            <a:extLst>
              <a:ext uri="{FF2B5EF4-FFF2-40B4-BE49-F238E27FC236}">
                <a16:creationId xmlns:a16="http://schemas.microsoft.com/office/drawing/2014/main" id="{BBA60763-63C6-B920-E0C9-F1A6C28E57FC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" name="7 Col3_Num0">
            <a:extLst>
              <a:ext uri="{FF2B5EF4-FFF2-40B4-BE49-F238E27FC236}">
                <a16:creationId xmlns:a16="http://schemas.microsoft.com/office/drawing/2014/main" id="{05925732-8C38-9137-D42E-20D7EE2195DD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" name="6 Col3_Num0">
            <a:extLst>
              <a:ext uri="{FF2B5EF4-FFF2-40B4-BE49-F238E27FC236}">
                <a16:creationId xmlns:a16="http://schemas.microsoft.com/office/drawing/2014/main" id="{D5693423-3B9A-6BA6-5EC6-09E6B36309C0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" name="5 Col3_Num0">
            <a:extLst>
              <a:ext uri="{FF2B5EF4-FFF2-40B4-BE49-F238E27FC236}">
                <a16:creationId xmlns:a16="http://schemas.microsoft.com/office/drawing/2014/main" id="{E0CA182D-50FD-517C-CAAD-FADD5C9BD60E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1" name="4 Col3_Num0">
            <a:extLst>
              <a:ext uri="{FF2B5EF4-FFF2-40B4-BE49-F238E27FC236}">
                <a16:creationId xmlns:a16="http://schemas.microsoft.com/office/drawing/2014/main" id="{16C0A2EB-1F67-D446-7832-7910C958B8FA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2" name="3 Col3_Num0">
            <a:extLst>
              <a:ext uri="{FF2B5EF4-FFF2-40B4-BE49-F238E27FC236}">
                <a16:creationId xmlns:a16="http://schemas.microsoft.com/office/drawing/2014/main" id="{8606F3E2-A914-58A8-CD1A-32E835B14FBC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2 Col3_Num0">
            <a:extLst>
              <a:ext uri="{FF2B5EF4-FFF2-40B4-BE49-F238E27FC236}">
                <a16:creationId xmlns:a16="http://schemas.microsoft.com/office/drawing/2014/main" id="{AA7FD307-7E0F-F61B-79C7-6B9BF9492EEF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4" name="1 Col3_Num0">
            <a:extLst>
              <a:ext uri="{FF2B5EF4-FFF2-40B4-BE49-F238E27FC236}">
                <a16:creationId xmlns:a16="http://schemas.microsoft.com/office/drawing/2014/main" id="{005C754C-5D26-8CE1-4413-948277E4035D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6" name="0 Col3_Num0">
            <a:extLst>
              <a:ext uri="{FF2B5EF4-FFF2-40B4-BE49-F238E27FC236}">
                <a16:creationId xmlns:a16="http://schemas.microsoft.com/office/drawing/2014/main" id="{733B8F6E-27E2-7D42-7115-727825E38179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8" name="9 Col3_Num0">
            <a:extLst>
              <a:ext uri="{FF2B5EF4-FFF2-40B4-BE49-F238E27FC236}">
                <a16:creationId xmlns:a16="http://schemas.microsoft.com/office/drawing/2014/main" id="{0CCFC85B-5AAB-DF4F-662A-B17E02C9708A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9" name="8 Col3_Num0">
            <a:extLst>
              <a:ext uri="{FF2B5EF4-FFF2-40B4-BE49-F238E27FC236}">
                <a16:creationId xmlns:a16="http://schemas.microsoft.com/office/drawing/2014/main" id="{F0435D5B-DAAE-B71B-753C-B8D46105E791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1" name="7 Col3_Num0">
            <a:extLst>
              <a:ext uri="{FF2B5EF4-FFF2-40B4-BE49-F238E27FC236}">
                <a16:creationId xmlns:a16="http://schemas.microsoft.com/office/drawing/2014/main" id="{FEB74787-A8BA-DD87-7D19-339832A6EA1B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3" name="6 Col3_Num0">
            <a:extLst>
              <a:ext uri="{FF2B5EF4-FFF2-40B4-BE49-F238E27FC236}">
                <a16:creationId xmlns:a16="http://schemas.microsoft.com/office/drawing/2014/main" id="{E6C2083C-4210-4D35-DAD6-9AB265817987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4" name="5 Col3_Num0">
            <a:extLst>
              <a:ext uri="{FF2B5EF4-FFF2-40B4-BE49-F238E27FC236}">
                <a16:creationId xmlns:a16="http://schemas.microsoft.com/office/drawing/2014/main" id="{F4DB9C0F-67BA-4DFE-A660-4AF26D4FB598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5" name="4 Col3_Num0">
            <a:extLst>
              <a:ext uri="{FF2B5EF4-FFF2-40B4-BE49-F238E27FC236}">
                <a16:creationId xmlns:a16="http://schemas.microsoft.com/office/drawing/2014/main" id="{5F69E533-53B8-25B3-DB02-B1B1296AAED9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6" name="3 Col3_Num0">
            <a:extLst>
              <a:ext uri="{FF2B5EF4-FFF2-40B4-BE49-F238E27FC236}">
                <a16:creationId xmlns:a16="http://schemas.microsoft.com/office/drawing/2014/main" id="{2C994C86-80C6-7148-254C-FFA0D03F951C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2 Col3_Num0">
            <a:extLst>
              <a:ext uri="{FF2B5EF4-FFF2-40B4-BE49-F238E27FC236}">
                <a16:creationId xmlns:a16="http://schemas.microsoft.com/office/drawing/2014/main" id="{30AF70AC-DDF5-6FDB-1E62-B359922CF808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8" name="1 Col3_Num0">
            <a:extLst>
              <a:ext uri="{FF2B5EF4-FFF2-40B4-BE49-F238E27FC236}">
                <a16:creationId xmlns:a16="http://schemas.microsoft.com/office/drawing/2014/main" id="{0E915638-2275-2C36-4109-24615E203131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9" name="0 Col3_Num0">
            <a:extLst>
              <a:ext uri="{FF2B5EF4-FFF2-40B4-BE49-F238E27FC236}">
                <a16:creationId xmlns:a16="http://schemas.microsoft.com/office/drawing/2014/main" id="{5C330695-3CD2-80D2-41C8-BBCE75150C5F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0" name="9 Col3_Num0">
            <a:extLst>
              <a:ext uri="{FF2B5EF4-FFF2-40B4-BE49-F238E27FC236}">
                <a16:creationId xmlns:a16="http://schemas.microsoft.com/office/drawing/2014/main" id="{DD430669-4965-9830-BE62-D1CCDAEA60A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1" name="8 Col3_Num0">
            <a:extLst>
              <a:ext uri="{FF2B5EF4-FFF2-40B4-BE49-F238E27FC236}">
                <a16:creationId xmlns:a16="http://schemas.microsoft.com/office/drawing/2014/main" id="{8D7C3080-CEF3-3BCA-0BE0-C35DF0CD34D7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2" name="7 Col3_Num0">
            <a:extLst>
              <a:ext uri="{FF2B5EF4-FFF2-40B4-BE49-F238E27FC236}">
                <a16:creationId xmlns:a16="http://schemas.microsoft.com/office/drawing/2014/main" id="{261C6905-E741-E298-C603-4622C51C961A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3" name="6 Col3_Num0">
            <a:extLst>
              <a:ext uri="{FF2B5EF4-FFF2-40B4-BE49-F238E27FC236}">
                <a16:creationId xmlns:a16="http://schemas.microsoft.com/office/drawing/2014/main" id="{21C3D62B-4648-0BE9-A286-2D42A0EFD03D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4" name="5 Col3_Num0">
            <a:extLst>
              <a:ext uri="{FF2B5EF4-FFF2-40B4-BE49-F238E27FC236}">
                <a16:creationId xmlns:a16="http://schemas.microsoft.com/office/drawing/2014/main" id="{E414D4E1-EDD6-C34C-88BF-80FF13E8999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5" name="4 Col3_Num0">
            <a:extLst>
              <a:ext uri="{FF2B5EF4-FFF2-40B4-BE49-F238E27FC236}">
                <a16:creationId xmlns:a16="http://schemas.microsoft.com/office/drawing/2014/main" id="{659C8F76-243F-B477-9C80-F717EADD3B6A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6" name="3 Col3_Num0">
            <a:extLst>
              <a:ext uri="{FF2B5EF4-FFF2-40B4-BE49-F238E27FC236}">
                <a16:creationId xmlns:a16="http://schemas.microsoft.com/office/drawing/2014/main" id="{EA1C0DB5-F1C5-816E-477B-9621634D3B13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7" name="2 Col3_Num0">
            <a:extLst>
              <a:ext uri="{FF2B5EF4-FFF2-40B4-BE49-F238E27FC236}">
                <a16:creationId xmlns:a16="http://schemas.microsoft.com/office/drawing/2014/main" id="{D4A0AD27-ED89-35F1-744C-3AB07369109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8" name="1 Col3_Num0">
            <a:extLst>
              <a:ext uri="{FF2B5EF4-FFF2-40B4-BE49-F238E27FC236}">
                <a16:creationId xmlns:a16="http://schemas.microsoft.com/office/drawing/2014/main" id="{A6E854F0-BDE3-16CB-EDC2-E85338EB6F5B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9" name="0 Col3_Num0">
            <a:extLst>
              <a:ext uri="{FF2B5EF4-FFF2-40B4-BE49-F238E27FC236}">
                <a16:creationId xmlns:a16="http://schemas.microsoft.com/office/drawing/2014/main" id="{6D0CDD22-5876-9FC7-0E6A-F118C2A1423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0" name="9 Col3_Num0">
            <a:extLst>
              <a:ext uri="{FF2B5EF4-FFF2-40B4-BE49-F238E27FC236}">
                <a16:creationId xmlns:a16="http://schemas.microsoft.com/office/drawing/2014/main" id="{B2BDE2CE-9C4D-7848-4D3A-AB5D55F85895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1" name="8 Col3_Num0">
            <a:extLst>
              <a:ext uri="{FF2B5EF4-FFF2-40B4-BE49-F238E27FC236}">
                <a16:creationId xmlns:a16="http://schemas.microsoft.com/office/drawing/2014/main" id="{3D5C8571-91D3-24E1-7B2F-0D359B3593CC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2" name="7 Col3_Num0">
            <a:extLst>
              <a:ext uri="{FF2B5EF4-FFF2-40B4-BE49-F238E27FC236}">
                <a16:creationId xmlns:a16="http://schemas.microsoft.com/office/drawing/2014/main" id="{99BD9309-5B7C-DA63-F7AE-9FFF65C80CC0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3" name="6 Col3_Num0">
            <a:extLst>
              <a:ext uri="{FF2B5EF4-FFF2-40B4-BE49-F238E27FC236}">
                <a16:creationId xmlns:a16="http://schemas.microsoft.com/office/drawing/2014/main" id="{E03B84CB-7AF4-3BD2-E97D-491987CED4D2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4" name="5 Col3_Num0">
            <a:extLst>
              <a:ext uri="{FF2B5EF4-FFF2-40B4-BE49-F238E27FC236}">
                <a16:creationId xmlns:a16="http://schemas.microsoft.com/office/drawing/2014/main" id="{92A3D079-C180-4140-60B7-40CFB5091182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5" name="4 Col3_Num0">
            <a:extLst>
              <a:ext uri="{FF2B5EF4-FFF2-40B4-BE49-F238E27FC236}">
                <a16:creationId xmlns:a16="http://schemas.microsoft.com/office/drawing/2014/main" id="{B74FA448-90A5-923C-F2AE-D692159ACA11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6" name="3 Col3_Num0">
            <a:extLst>
              <a:ext uri="{FF2B5EF4-FFF2-40B4-BE49-F238E27FC236}">
                <a16:creationId xmlns:a16="http://schemas.microsoft.com/office/drawing/2014/main" id="{11FFBF11-DE7F-C3E2-22C6-3F7196DB9250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7" name="2 Col3_Num0">
            <a:extLst>
              <a:ext uri="{FF2B5EF4-FFF2-40B4-BE49-F238E27FC236}">
                <a16:creationId xmlns:a16="http://schemas.microsoft.com/office/drawing/2014/main" id="{BCF9D616-77BF-358F-695D-D5C63D380C73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8" name="1 Col3_Num0">
            <a:extLst>
              <a:ext uri="{FF2B5EF4-FFF2-40B4-BE49-F238E27FC236}">
                <a16:creationId xmlns:a16="http://schemas.microsoft.com/office/drawing/2014/main" id="{BCCEDA35-6FF0-7C23-C655-8098B22BA7D6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9" name="0 Col3_Num0">
            <a:extLst>
              <a:ext uri="{FF2B5EF4-FFF2-40B4-BE49-F238E27FC236}">
                <a16:creationId xmlns:a16="http://schemas.microsoft.com/office/drawing/2014/main" id="{0555B39E-9388-9245-B55F-A8F68EBCA49D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0" name="9 Col3_Num0">
            <a:extLst>
              <a:ext uri="{FF2B5EF4-FFF2-40B4-BE49-F238E27FC236}">
                <a16:creationId xmlns:a16="http://schemas.microsoft.com/office/drawing/2014/main" id="{CDEF9A31-7544-D4DD-2B3A-BEAB2734C2B9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1" name="8 Col3_Num0">
            <a:extLst>
              <a:ext uri="{FF2B5EF4-FFF2-40B4-BE49-F238E27FC236}">
                <a16:creationId xmlns:a16="http://schemas.microsoft.com/office/drawing/2014/main" id="{DC685C03-6F37-DC39-6824-C991D7A8F998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2" name="7 Col3_Num0">
            <a:extLst>
              <a:ext uri="{FF2B5EF4-FFF2-40B4-BE49-F238E27FC236}">
                <a16:creationId xmlns:a16="http://schemas.microsoft.com/office/drawing/2014/main" id="{B71C3433-62E3-6E6F-0624-F13986E4BD6B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3" name="6 Col3_Num0">
            <a:extLst>
              <a:ext uri="{FF2B5EF4-FFF2-40B4-BE49-F238E27FC236}">
                <a16:creationId xmlns:a16="http://schemas.microsoft.com/office/drawing/2014/main" id="{13F16F09-37FB-0ECE-AA3E-BCF9C18E61A3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4" name="5 Col3_Num0">
            <a:extLst>
              <a:ext uri="{FF2B5EF4-FFF2-40B4-BE49-F238E27FC236}">
                <a16:creationId xmlns:a16="http://schemas.microsoft.com/office/drawing/2014/main" id="{572B2646-94F4-F6AA-62D4-5B7555D86E61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5" name="4 Col3_Num0">
            <a:extLst>
              <a:ext uri="{FF2B5EF4-FFF2-40B4-BE49-F238E27FC236}">
                <a16:creationId xmlns:a16="http://schemas.microsoft.com/office/drawing/2014/main" id="{5CE225D3-EB1F-66B9-DAD5-53AE5043044D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6" name="3 Col3_Num0">
            <a:extLst>
              <a:ext uri="{FF2B5EF4-FFF2-40B4-BE49-F238E27FC236}">
                <a16:creationId xmlns:a16="http://schemas.microsoft.com/office/drawing/2014/main" id="{5B953528-F31D-60BA-4F04-D5EF6FFA2FE4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7" name="2 Col3_Num0">
            <a:extLst>
              <a:ext uri="{FF2B5EF4-FFF2-40B4-BE49-F238E27FC236}">
                <a16:creationId xmlns:a16="http://schemas.microsoft.com/office/drawing/2014/main" id="{2A3C59E6-D5C9-EFA1-844F-43978E1F7800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8" name="1 Col3_Num0">
            <a:extLst>
              <a:ext uri="{FF2B5EF4-FFF2-40B4-BE49-F238E27FC236}">
                <a16:creationId xmlns:a16="http://schemas.microsoft.com/office/drawing/2014/main" id="{41F21FEF-405A-43A1-0B3D-C305197AACE2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9" name="0 Col3_Num0">
            <a:extLst>
              <a:ext uri="{FF2B5EF4-FFF2-40B4-BE49-F238E27FC236}">
                <a16:creationId xmlns:a16="http://schemas.microsoft.com/office/drawing/2014/main" id="{4576C52C-8933-3091-1388-72842C304BCB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0" name="9 Col3_Num0">
            <a:extLst>
              <a:ext uri="{FF2B5EF4-FFF2-40B4-BE49-F238E27FC236}">
                <a16:creationId xmlns:a16="http://schemas.microsoft.com/office/drawing/2014/main" id="{233084D5-6304-B36D-B24F-CC51EDF627D6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1" name="8 Col3_Num0">
            <a:extLst>
              <a:ext uri="{FF2B5EF4-FFF2-40B4-BE49-F238E27FC236}">
                <a16:creationId xmlns:a16="http://schemas.microsoft.com/office/drawing/2014/main" id="{3866C43E-5166-15CF-41C2-856F23E553E7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2" name="7 Col3_Num0">
            <a:extLst>
              <a:ext uri="{FF2B5EF4-FFF2-40B4-BE49-F238E27FC236}">
                <a16:creationId xmlns:a16="http://schemas.microsoft.com/office/drawing/2014/main" id="{47C43332-721F-36EC-25E4-30A33C836D14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3" name="6 Col3_Num0">
            <a:extLst>
              <a:ext uri="{FF2B5EF4-FFF2-40B4-BE49-F238E27FC236}">
                <a16:creationId xmlns:a16="http://schemas.microsoft.com/office/drawing/2014/main" id="{FBAE5064-6773-580D-F1E4-7CAAAF9C805B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4" name="5 Col3_Num0">
            <a:extLst>
              <a:ext uri="{FF2B5EF4-FFF2-40B4-BE49-F238E27FC236}">
                <a16:creationId xmlns:a16="http://schemas.microsoft.com/office/drawing/2014/main" id="{C7A9EBFE-1C6C-C230-898F-2A84CF8C271A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5" name="4 Col3_Num0">
            <a:extLst>
              <a:ext uri="{FF2B5EF4-FFF2-40B4-BE49-F238E27FC236}">
                <a16:creationId xmlns:a16="http://schemas.microsoft.com/office/drawing/2014/main" id="{F744A810-858C-F931-0292-3ADA11D4BDFF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6" name="3 Col3_Num0">
            <a:extLst>
              <a:ext uri="{FF2B5EF4-FFF2-40B4-BE49-F238E27FC236}">
                <a16:creationId xmlns:a16="http://schemas.microsoft.com/office/drawing/2014/main" id="{308C90E5-3C7D-7B3D-617B-759CE24AA13D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7" name="2 Col3_Num0">
            <a:extLst>
              <a:ext uri="{FF2B5EF4-FFF2-40B4-BE49-F238E27FC236}">
                <a16:creationId xmlns:a16="http://schemas.microsoft.com/office/drawing/2014/main" id="{809EF7DA-0EA2-2DEB-7CF5-0D7E229A7C75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8" name="1 Col3_Num0">
            <a:extLst>
              <a:ext uri="{FF2B5EF4-FFF2-40B4-BE49-F238E27FC236}">
                <a16:creationId xmlns:a16="http://schemas.microsoft.com/office/drawing/2014/main" id="{A8FB9B7B-E506-F5DE-B278-E2121F3E6558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9" name="0 Col3_Num0">
            <a:extLst>
              <a:ext uri="{FF2B5EF4-FFF2-40B4-BE49-F238E27FC236}">
                <a16:creationId xmlns:a16="http://schemas.microsoft.com/office/drawing/2014/main" id="{2E860F57-FFB4-D765-39C5-B0B5F91B53D8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0" name="9 Col3_Num0">
            <a:extLst>
              <a:ext uri="{FF2B5EF4-FFF2-40B4-BE49-F238E27FC236}">
                <a16:creationId xmlns:a16="http://schemas.microsoft.com/office/drawing/2014/main" id="{CD473642-6E92-EE53-FA69-2DC9DB3DCE58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1" name="8 Col3_Num0">
            <a:extLst>
              <a:ext uri="{FF2B5EF4-FFF2-40B4-BE49-F238E27FC236}">
                <a16:creationId xmlns:a16="http://schemas.microsoft.com/office/drawing/2014/main" id="{0CFBFE8C-F216-21E8-40F8-A86608764D37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2" name="7 Col3_Num0">
            <a:extLst>
              <a:ext uri="{FF2B5EF4-FFF2-40B4-BE49-F238E27FC236}">
                <a16:creationId xmlns:a16="http://schemas.microsoft.com/office/drawing/2014/main" id="{4E5C210D-9918-EF8F-E41D-5CB97ABC10D2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3" name="6 Col3_Num0">
            <a:extLst>
              <a:ext uri="{FF2B5EF4-FFF2-40B4-BE49-F238E27FC236}">
                <a16:creationId xmlns:a16="http://schemas.microsoft.com/office/drawing/2014/main" id="{93470988-9DED-9B49-4FE3-0D697D78FC8B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4" name="5 Col3_Num0">
            <a:extLst>
              <a:ext uri="{FF2B5EF4-FFF2-40B4-BE49-F238E27FC236}">
                <a16:creationId xmlns:a16="http://schemas.microsoft.com/office/drawing/2014/main" id="{D19A7C71-D1BB-D849-C303-F54356A7A445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5" name="4 Col3_Num0">
            <a:extLst>
              <a:ext uri="{FF2B5EF4-FFF2-40B4-BE49-F238E27FC236}">
                <a16:creationId xmlns:a16="http://schemas.microsoft.com/office/drawing/2014/main" id="{3CFC87AB-6656-5BEC-917C-6CF69E38DC59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6" name="3 Col3_Num0">
            <a:extLst>
              <a:ext uri="{FF2B5EF4-FFF2-40B4-BE49-F238E27FC236}">
                <a16:creationId xmlns:a16="http://schemas.microsoft.com/office/drawing/2014/main" id="{E10EB1BA-2EEB-4AE9-1357-04720BEEA1D9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2 Col3_Num0">
            <a:extLst>
              <a:ext uri="{FF2B5EF4-FFF2-40B4-BE49-F238E27FC236}">
                <a16:creationId xmlns:a16="http://schemas.microsoft.com/office/drawing/2014/main" id="{302A912D-47ED-5382-AF31-103C8AAE42A7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8" name="1 Col3_Num0">
            <a:extLst>
              <a:ext uri="{FF2B5EF4-FFF2-40B4-BE49-F238E27FC236}">
                <a16:creationId xmlns:a16="http://schemas.microsoft.com/office/drawing/2014/main" id="{13C30B9F-706F-9D88-D081-DC0AC1A3D7D4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9" name="0 Col3_Num0">
            <a:extLst>
              <a:ext uri="{FF2B5EF4-FFF2-40B4-BE49-F238E27FC236}">
                <a16:creationId xmlns:a16="http://schemas.microsoft.com/office/drawing/2014/main" id="{11B7FD67-44B0-BDA3-E3DB-C2919BCE0E66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0" name="9 Col3_Num0">
            <a:extLst>
              <a:ext uri="{FF2B5EF4-FFF2-40B4-BE49-F238E27FC236}">
                <a16:creationId xmlns:a16="http://schemas.microsoft.com/office/drawing/2014/main" id="{197667E2-9202-BBBF-F3E1-17E3B4EC241A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1" name="8 Col3_Num0">
            <a:extLst>
              <a:ext uri="{FF2B5EF4-FFF2-40B4-BE49-F238E27FC236}">
                <a16:creationId xmlns:a16="http://schemas.microsoft.com/office/drawing/2014/main" id="{3A1D3339-D2E6-C669-0B02-6D129475E7AB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2" name="7 Col3_Num0">
            <a:extLst>
              <a:ext uri="{FF2B5EF4-FFF2-40B4-BE49-F238E27FC236}">
                <a16:creationId xmlns:a16="http://schemas.microsoft.com/office/drawing/2014/main" id="{C900CDE5-F5E7-B136-62BE-430DA9A1762B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3" name="6 Col3_Num0">
            <a:extLst>
              <a:ext uri="{FF2B5EF4-FFF2-40B4-BE49-F238E27FC236}">
                <a16:creationId xmlns:a16="http://schemas.microsoft.com/office/drawing/2014/main" id="{0B8EC7E8-B4F7-D7E0-0A36-FD174A68C90C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4" name="5 Col3_Num0">
            <a:extLst>
              <a:ext uri="{FF2B5EF4-FFF2-40B4-BE49-F238E27FC236}">
                <a16:creationId xmlns:a16="http://schemas.microsoft.com/office/drawing/2014/main" id="{76BF740D-74A1-EF3B-5F92-AE69F88D67AF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5" name="4 Col3_Num0">
            <a:extLst>
              <a:ext uri="{FF2B5EF4-FFF2-40B4-BE49-F238E27FC236}">
                <a16:creationId xmlns:a16="http://schemas.microsoft.com/office/drawing/2014/main" id="{F252C68A-2D23-B110-84D8-F84E7DE8D107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6" name="3 Col3_Num0">
            <a:extLst>
              <a:ext uri="{FF2B5EF4-FFF2-40B4-BE49-F238E27FC236}">
                <a16:creationId xmlns:a16="http://schemas.microsoft.com/office/drawing/2014/main" id="{7C069FE0-2C67-5F18-39BC-F07EF7C99292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7" name="2 Col3_Num0">
            <a:extLst>
              <a:ext uri="{FF2B5EF4-FFF2-40B4-BE49-F238E27FC236}">
                <a16:creationId xmlns:a16="http://schemas.microsoft.com/office/drawing/2014/main" id="{07025BAB-5AA7-2A3A-DF9C-1B18324C5C54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8" name="1 Col3_Num0">
            <a:extLst>
              <a:ext uri="{FF2B5EF4-FFF2-40B4-BE49-F238E27FC236}">
                <a16:creationId xmlns:a16="http://schemas.microsoft.com/office/drawing/2014/main" id="{29BC7F3F-BE77-9E32-79AA-95EE69BB4C4B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9" name="0 Col3_Num0">
            <a:extLst>
              <a:ext uri="{FF2B5EF4-FFF2-40B4-BE49-F238E27FC236}">
                <a16:creationId xmlns:a16="http://schemas.microsoft.com/office/drawing/2014/main" id="{56B3F671-6A3F-3558-BDC4-6DE0C7ADB70D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0" name="9 Col3_Num0">
            <a:extLst>
              <a:ext uri="{FF2B5EF4-FFF2-40B4-BE49-F238E27FC236}">
                <a16:creationId xmlns:a16="http://schemas.microsoft.com/office/drawing/2014/main" id="{449767D0-86D4-8A51-1741-AB30E9873F1A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1" name="8 Col3_Num0">
            <a:extLst>
              <a:ext uri="{FF2B5EF4-FFF2-40B4-BE49-F238E27FC236}">
                <a16:creationId xmlns:a16="http://schemas.microsoft.com/office/drawing/2014/main" id="{E1B4E8C9-5604-A484-0CD7-2C2639ADBAD5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2" name="7 Col3_Num0">
            <a:extLst>
              <a:ext uri="{FF2B5EF4-FFF2-40B4-BE49-F238E27FC236}">
                <a16:creationId xmlns:a16="http://schemas.microsoft.com/office/drawing/2014/main" id="{C633DCF9-6D4E-8416-ED2E-B61657BB2FE8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3" name="6 Col3_Num0">
            <a:extLst>
              <a:ext uri="{FF2B5EF4-FFF2-40B4-BE49-F238E27FC236}">
                <a16:creationId xmlns:a16="http://schemas.microsoft.com/office/drawing/2014/main" id="{4E8CB8EF-90F8-2D2E-9232-3DA9C48DEE63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4" name="5 Col3_Num0">
            <a:extLst>
              <a:ext uri="{FF2B5EF4-FFF2-40B4-BE49-F238E27FC236}">
                <a16:creationId xmlns:a16="http://schemas.microsoft.com/office/drawing/2014/main" id="{44ECD49E-8A26-E327-7DF5-6E642861FEAC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5" name="4 Col3_Num0">
            <a:extLst>
              <a:ext uri="{FF2B5EF4-FFF2-40B4-BE49-F238E27FC236}">
                <a16:creationId xmlns:a16="http://schemas.microsoft.com/office/drawing/2014/main" id="{E48AF2C3-DF7C-E193-4511-2D3ED89BFE64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6" name="3 Col3_Num0">
            <a:extLst>
              <a:ext uri="{FF2B5EF4-FFF2-40B4-BE49-F238E27FC236}">
                <a16:creationId xmlns:a16="http://schemas.microsoft.com/office/drawing/2014/main" id="{424F55BD-BA1A-86F7-313B-146D4A61381B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7" name="2 Col3_Num0">
            <a:extLst>
              <a:ext uri="{FF2B5EF4-FFF2-40B4-BE49-F238E27FC236}">
                <a16:creationId xmlns:a16="http://schemas.microsoft.com/office/drawing/2014/main" id="{F13CDA75-17FB-E7FE-BC95-BD1C5FE26BE4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8" name="1 Col3_Num0">
            <a:extLst>
              <a:ext uri="{FF2B5EF4-FFF2-40B4-BE49-F238E27FC236}">
                <a16:creationId xmlns:a16="http://schemas.microsoft.com/office/drawing/2014/main" id="{5607A449-E95B-4492-523F-A0A7FA5990FF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9" name="0 Col3_Num0">
            <a:extLst>
              <a:ext uri="{FF2B5EF4-FFF2-40B4-BE49-F238E27FC236}">
                <a16:creationId xmlns:a16="http://schemas.microsoft.com/office/drawing/2014/main" id="{8326641C-4211-639E-6A0B-EBF9D4892691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30" name="9 Col3_Num0">
            <a:extLst>
              <a:ext uri="{FF2B5EF4-FFF2-40B4-BE49-F238E27FC236}">
                <a16:creationId xmlns:a16="http://schemas.microsoft.com/office/drawing/2014/main" id="{72E8976E-81C2-35D6-9BE7-217EE5213A79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1" name="8 Col3_Num0">
            <a:extLst>
              <a:ext uri="{FF2B5EF4-FFF2-40B4-BE49-F238E27FC236}">
                <a16:creationId xmlns:a16="http://schemas.microsoft.com/office/drawing/2014/main" id="{DAFCA680-326E-D0F2-CCFD-1B501FFB8F3E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2" name="7 Col3_Num0">
            <a:extLst>
              <a:ext uri="{FF2B5EF4-FFF2-40B4-BE49-F238E27FC236}">
                <a16:creationId xmlns:a16="http://schemas.microsoft.com/office/drawing/2014/main" id="{86ED03F8-36D8-DA0C-CB92-E0AFDB024342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3" name="6 Col3_Num0">
            <a:extLst>
              <a:ext uri="{FF2B5EF4-FFF2-40B4-BE49-F238E27FC236}">
                <a16:creationId xmlns:a16="http://schemas.microsoft.com/office/drawing/2014/main" id="{2B0F9725-F541-6196-2518-0851D8EA0E52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4" name="5 Col3_Num0">
            <a:extLst>
              <a:ext uri="{FF2B5EF4-FFF2-40B4-BE49-F238E27FC236}">
                <a16:creationId xmlns:a16="http://schemas.microsoft.com/office/drawing/2014/main" id="{839024AE-4BF6-4A47-B75E-90ACC9E8F2BF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5" name="4 Col3_Num0">
            <a:extLst>
              <a:ext uri="{FF2B5EF4-FFF2-40B4-BE49-F238E27FC236}">
                <a16:creationId xmlns:a16="http://schemas.microsoft.com/office/drawing/2014/main" id="{E5D2359B-3D85-A943-F2AC-758D6EF1D62A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6" name="3 Col3_Num0">
            <a:extLst>
              <a:ext uri="{FF2B5EF4-FFF2-40B4-BE49-F238E27FC236}">
                <a16:creationId xmlns:a16="http://schemas.microsoft.com/office/drawing/2014/main" id="{49466F3B-CC7C-6E2E-08D0-BED23B1A6580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7" name="2 Col3_Num0">
            <a:extLst>
              <a:ext uri="{FF2B5EF4-FFF2-40B4-BE49-F238E27FC236}">
                <a16:creationId xmlns:a16="http://schemas.microsoft.com/office/drawing/2014/main" id="{E61FB982-551F-8395-107E-811559BA7F1F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8" name="1 Col3_Num0">
            <a:extLst>
              <a:ext uri="{FF2B5EF4-FFF2-40B4-BE49-F238E27FC236}">
                <a16:creationId xmlns:a16="http://schemas.microsoft.com/office/drawing/2014/main" id="{85B9CBF4-A820-99D2-F1BF-89785986E337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9" name="0 Col3_Num0">
            <a:extLst>
              <a:ext uri="{FF2B5EF4-FFF2-40B4-BE49-F238E27FC236}">
                <a16:creationId xmlns:a16="http://schemas.microsoft.com/office/drawing/2014/main" id="{89E5ED1E-A5DD-AAA8-6933-736E6899A06C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0" name="9 Col3_Num0">
            <a:extLst>
              <a:ext uri="{FF2B5EF4-FFF2-40B4-BE49-F238E27FC236}">
                <a16:creationId xmlns:a16="http://schemas.microsoft.com/office/drawing/2014/main" id="{E0F4486C-39D9-7A23-C0E7-6A2C068F78A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1" name="8 Col3_Num0">
            <a:extLst>
              <a:ext uri="{FF2B5EF4-FFF2-40B4-BE49-F238E27FC236}">
                <a16:creationId xmlns:a16="http://schemas.microsoft.com/office/drawing/2014/main" id="{0ADD6537-3CB0-41C9-6E2F-F6BF6AC867AA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2" name="7 Col3_Num0">
            <a:extLst>
              <a:ext uri="{FF2B5EF4-FFF2-40B4-BE49-F238E27FC236}">
                <a16:creationId xmlns:a16="http://schemas.microsoft.com/office/drawing/2014/main" id="{B1F3BE44-C5EE-E213-32C2-06A9A88EFCA6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3" name="6 Col3_Num0">
            <a:extLst>
              <a:ext uri="{FF2B5EF4-FFF2-40B4-BE49-F238E27FC236}">
                <a16:creationId xmlns:a16="http://schemas.microsoft.com/office/drawing/2014/main" id="{A572C845-8335-D431-16A0-7D2EF26BB33A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4" name="5 Col3_Num0">
            <a:extLst>
              <a:ext uri="{FF2B5EF4-FFF2-40B4-BE49-F238E27FC236}">
                <a16:creationId xmlns:a16="http://schemas.microsoft.com/office/drawing/2014/main" id="{05D345E4-084A-82D9-4766-8FF392AAA13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5" name="4 Col3_Num0">
            <a:extLst>
              <a:ext uri="{FF2B5EF4-FFF2-40B4-BE49-F238E27FC236}">
                <a16:creationId xmlns:a16="http://schemas.microsoft.com/office/drawing/2014/main" id="{135848B8-C7CB-C743-BDD8-02C7DB83439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6" name="3 Col3_Num0">
            <a:extLst>
              <a:ext uri="{FF2B5EF4-FFF2-40B4-BE49-F238E27FC236}">
                <a16:creationId xmlns:a16="http://schemas.microsoft.com/office/drawing/2014/main" id="{357289CF-0EC3-6C30-8655-D3290495D3B1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7" name="2 Col3_Num0">
            <a:extLst>
              <a:ext uri="{FF2B5EF4-FFF2-40B4-BE49-F238E27FC236}">
                <a16:creationId xmlns:a16="http://schemas.microsoft.com/office/drawing/2014/main" id="{A48DA415-4A9A-9422-B10B-097286ADBB99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8" name="1 Col3_Num0">
            <a:extLst>
              <a:ext uri="{FF2B5EF4-FFF2-40B4-BE49-F238E27FC236}">
                <a16:creationId xmlns:a16="http://schemas.microsoft.com/office/drawing/2014/main" id="{BDAB3C4A-A4A7-707B-87A1-547509AEDBCE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9" name="0 Col3_Num0">
            <a:extLst>
              <a:ext uri="{FF2B5EF4-FFF2-40B4-BE49-F238E27FC236}">
                <a16:creationId xmlns:a16="http://schemas.microsoft.com/office/drawing/2014/main" id="{D70D0B9B-45B1-7884-B3EC-3FF350AC7542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0" name="9 Col3_Num0">
            <a:extLst>
              <a:ext uri="{FF2B5EF4-FFF2-40B4-BE49-F238E27FC236}">
                <a16:creationId xmlns:a16="http://schemas.microsoft.com/office/drawing/2014/main" id="{62A4B2AF-6C82-CEBC-F0EC-CB8AD7A716CB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1" name="8 Col3_Num0">
            <a:extLst>
              <a:ext uri="{FF2B5EF4-FFF2-40B4-BE49-F238E27FC236}">
                <a16:creationId xmlns:a16="http://schemas.microsoft.com/office/drawing/2014/main" id="{304C70A8-0EDC-44E0-FB92-BED72D5D73AA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2" name="7 Col3_Num0">
            <a:extLst>
              <a:ext uri="{FF2B5EF4-FFF2-40B4-BE49-F238E27FC236}">
                <a16:creationId xmlns:a16="http://schemas.microsoft.com/office/drawing/2014/main" id="{C0C446F5-717E-42FF-CE9E-F3E3FFBC7B02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3" name="6 Col3_Num0">
            <a:extLst>
              <a:ext uri="{FF2B5EF4-FFF2-40B4-BE49-F238E27FC236}">
                <a16:creationId xmlns:a16="http://schemas.microsoft.com/office/drawing/2014/main" id="{8FEFD8AD-42C8-781F-23A5-E10757DD340E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4" name="5 Col3_Num0">
            <a:extLst>
              <a:ext uri="{FF2B5EF4-FFF2-40B4-BE49-F238E27FC236}">
                <a16:creationId xmlns:a16="http://schemas.microsoft.com/office/drawing/2014/main" id="{25BB0684-69BA-9A61-0A78-E52F55F0EEDE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5" name="4 Col3_Num0">
            <a:extLst>
              <a:ext uri="{FF2B5EF4-FFF2-40B4-BE49-F238E27FC236}">
                <a16:creationId xmlns:a16="http://schemas.microsoft.com/office/drawing/2014/main" id="{6DEB278E-4FC9-1751-602B-00D9D86016FC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6" name="3 Col3_Num0">
            <a:extLst>
              <a:ext uri="{FF2B5EF4-FFF2-40B4-BE49-F238E27FC236}">
                <a16:creationId xmlns:a16="http://schemas.microsoft.com/office/drawing/2014/main" id="{D008680C-2905-1212-0B5B-DE589EB25D7B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7" name="2 Col3_Num0">
            <a:extLst>
              <a:ext uri="{FF2B5EF4-FFF2-40B4-BE49-F238E27FC236}">
                <a16:creationId xmlns:a16="http://schemas.microsoft.com/office/drawing/2014/main" id="{3FEC6589-A4B7-9545-5350-F926157659A6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8" name="1 Col3_Num0">
            <a:extLst>
              <a:ext uri="{FF2B5EF4-FFF2-40B4-BE49-F238E27FC236}">
                <a16:creationId xmlns:a16="http://schemas.microsoft.com/office/drawing/2014/main" id="{C0EF3E16-CDB9-CB94-3714-12DEFB9C669C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9" name="0 Col3_Num0">
            <a:extLst>
              <a:ext uri="{FF2B5EF4-FFF2-40B4-BE49-F238E27FC236}">
                <a16:creationId xmlns:a16="http://schemas.microsoft.com/office/drawing/2014/main" id="{37AD449F-6247-6F7F-77FB-6EE30A45466B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60" name="9 Col3_Num0">
            <a:extLst>
              <a:ext uri="{FF2B5EF4-FFF2-40B4-BE49-F238E27FC236}">
                <a16:creationId xmlns:a16="http://schemas.microsoft.com/office/drawing/2014/main" id="{5EADA267-1B4D-4AB9-D2C9-3B3B638D48AC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1" name="8 Col3_Num0">
            <a:extLst>
              <a:ext uri="{FF2B5EF4-FFF2-40B4-BE49-F238E27FC236}">
                <a16:creationId xmlns:a16="http://schemas.microsoft.com/office/drawing/2014/main" id="{E32F4A9F-99D8-3BA7-B3D4-D5662FC6552A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2" name="7 Col3_Num0">
            <a:extLst>
              <a:ext uri="{FF2B5EF4-FFF2-40B4-BE49-F238E27FC236}">
                <a16:creationId xmlns:a16="http://schemas.microsoft.com/office/drawing/2014/main" id="{256FD5D1-E51E-1249-3ED4-6A13647C6C79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3" name="6 Col3_Num0">
            <a:extLst>
              <a:ext uri="{FF2B5EF4-FFF2-40B4-BE49-F238E27FC236}">
                <a16:creationId xmlns:a16="http://schemas.microsoft.com/office/drawing/2014/main" id="{131D3BAD-CEB0-8EF8-C619-1213655262F1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4" name="5 Col3_Num0">
            <a:extLst>
              <a:ext uri="{FF2B5EF4-FFF2-40B4-BE49-F238E27FC236}">
                <a16:creationId xmlns:a16="http://schemas.microsoft.com/office/drawing/2014/main" id="{7A3EB13F-000E-CF89-67CB-D1EE779E4050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5" name="4 Col3_Num0">
            <a:extLst>
              <a:ext uri="{FF2B5EF4-FFF2-40B4-BE49-F238E27FC236}">
                <a16:creationId xmlns:a16="http://schemas.microsoft.com/office/drawing/2014/main" id="{88869F6B-866A-63FB-CF62-9EFEC4E4BC44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6" name="3 Col3_Num0">
            <a:extLst>
              <a:ext uri="{FF2B5EF4-FFF2-40B4-BE49-F238E27FC236}">
                <a16:creationId xmlns:a16="http://schemas.microsoft.com/office/drawing/2014/main" id="{58A10C07-7199-DF29-6A99-3D27DD81A407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7" name="2 Col3_Num0">
            <a:extLst>
              <a:ext uri="{FF2B5EF4-FFF2-40B4-BE49-F238E27FC236}">
                <a16:creationId xmlns:a16="http://schemas.microsoft.com/office/drawing/2014/main" id="{45B4D4D6-94C2-6DEE-79F0-1B8673C55A9F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8" name="1 Col3_Num0">
            <a:extLst>
              <a:ext uri="{FF2B5EF4-FFF2-40B4-BE49-F238E27FC236}">
                <a16:creationId xmlns:a16="http://schemas.microsoft.com/office/drawing/2014/main" id="{BDDBDA80-F960-C188-0AEC-1AB08E2B00F6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9" name="0 Col3_Num0">
            <a:extLst>
              <a:ext uri="{FF2B5EF4-FFF2-40B4-BE49-F238E27FC236}">
                <a16:creationId xmlns:a16="http://schemas.microsoft.com/office/drawing/2014/main" id="{674A2C68-71FB-4CA9-B7A5-DB733DBE9620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0" name="9 Col3_Num0">
            <a:extLst>
              <a:ext uri="{FF2B5EF4-FFF2-40B4-BE49-F238E27FC236}">
                <a16:creationId xmlns:a16="http://schemas.microsoft.com/office/drawing/2014/main" id="{4F5DA8D4-4986-C568-A840-6302B9F34242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1" name="8 Col3_Num0">
            <a:extLst>
              <a:ext uri="{FF2B5EF4-FFF2-40B4-BE49-F238E27FC236}">
                <a16:creationId xmlns:a16="http://schemas.microsoft.com/office/drawing/2014/main" id="{EAF38F02-1127-BBC6-908C-AEA82D54EFC0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2" name="7 Col3_Num0">
            <a:extLst>
              <a:ext uri="{FF2B5EF4-FFF2-40B4-BE49-F238E27FC236}">
                <a16:creationId xmlns:a16="http://schemas.microsoft.com/office/drawing/2014/main" id="{5C24DD55-B14D-BF0D-0434-FEC0CC858361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3" name="6 Col3_Num0">
            <a:extLst>
              <a:ext uri="{FF2B5EF4-FFF2-40B4-BE49-F238E27FC236}">
                <a16:creationId xmlns:a16="http://schemas.microsoft.com/office/drawing/2014/main" id="{82E8818D-F784-9C4A-2005-6069C08BA2DD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4" name="5 Col3_Num0">
            <a:extLst>
              <a:ext uri="{FF2B5EF4-FFF2-40B4-BE49-F238E27FC236}">
                <a16:creationId xmlns:a16="http://schemas.microsoft.com/office/drawing/2014/main" id="{1A5E5C36-1739-0016-8611-DD07593849B1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5" name="4 Col3_Num0">
            <a:extLst>
              <a:ext uri="{FF2B5EF4-FFF2-40B4-BE49-F238E27FC236}">
                <a16:creationId xmlns:a16="http://schemas.microsoft.com/office/drawing/2014/main" id="{746E1466-FE23-B708-A7F0-2B00984BB851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6" name="3 Col3_Num0">
            <a:extLst>
              <a:ext uri="{FF2B5EF4-FFF2-40B4-BE49-F238E27FC236}">
                <a16:creationId xmlns:a16="http://schemas.microsoft.com/office/drawing/2014/main" id="{3A31058A-00D8-17BC-6ED6-2B123DE2A275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7" name="2 Col3_Num0">
            <a:extLst>
              <a:ext uri="{FF2B5EF4-FFF2-40B4-BE49-F238E27FC236}">
                <a16:creationId xmlns:a16="http://schemas.microsoft.com/office/drawing/2014/main" id="{92EA28D5-A9EA-570C-A9F4-20A544BC78FE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8" name="1 Col3_Num0">
            <a:extLst>
              <a:ext uri="{FF2B5EF4-FFF2-40B4-BE49-F238E27FC236}">
                <a16:creationId xmlns:a16="http://schemas.microsoft.com/office/drawing/2014/main" id="{FFC4B40E-FCAC-D248-E4DE-F24721DB5EBB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9" name="0 Col3_Num0">
            <a:extLst>
              <a:ext uri="{FF2B5EF4-FFF2-40B4-BE49-F238E27FC236}">
                <a16:creationId xmlns:a16="http://schemas.microsoft.com/office/drawing/2014/main" id="{08C3E26D-F19D-15FA-1F4A-3C0870DC00DC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80" name="Team1ScoreBox">
            <a:extLst>
              <a:ext uri="{FF2B5EF4-FFF2-40B4-BE49-F238E27FC236}">
                <a16:creationId xmlns:a16="http://schemas.microsoft.com/office/drawing/2014/main" id="{E53F31AB-1CD3-2D37-62DD-7C577B1CD3C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147299" y="3734059"/>
            <a:ext cx="4434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Click on </a:t>
            </a:r>
            <a:r>
              <a:rPr lang="en-US" sz="2000" b="1" dirty="0" smtClean="0">
                <a:solidFill>
                  <a:srgbClr val="FFC000"/>
                </a:solidFill>
              </a:rPr>
              <a:t>the Numbers</a:t>
            </a:r>
            <a:endParaRPr lang="en-US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10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4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0" fill="hold">
                      <p:stCondLst>
                        <p:cond delay="0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1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0" fill="hold">
                      <p:stCondLst>
                        <p:cond delay="0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615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643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685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699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0" fill="hold">
                      <p:stCondLst>
                        <p:cond delay="0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par>
                                <p:cTn id="7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720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727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8" fill="hold">
                      <p:stCondLst>
                        <p:cond delay="0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762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3" fill="hold">
                      <p:stCondLst>
                        <p:cond delay="0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769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0" fill="hold">
                      <p:stCondLst>
                        <p:cond delay="0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783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>
                      <p:stCondLst>
                        <p:cond delay="0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5"/>
                  </p:tgtEl>
                </p:cond>
              </p:nextCondLst>
            </p:seq>
            <p:seq concurrent="1" nextAc="seek">
              <p:cTn id="825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>
                      <p:stCondLst>
                        <p:cond delay="0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par>
                                <p:cTn id="8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839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0" fill="hold">
                      <p:stCondLst>
                        <p:cond delay="0"/>
                      </p:stCondLst>
                      <p:childTnLst>
                        <p:par>
                          <p:cTn id="841" fill="hold">
                            <p:stCondLst>
                              <p:cond delay="0"/>
                            </p:stCondLst>
                            <p:childTnLst>
                              <p:par>
                                <p:cTn id="8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846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7" fill="hold">
                      <p:stCondLst>
                        <p:cond delay="0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id="8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853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67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8" fill="hold">
                      <p:stCondLst>
                        <p:cond delay="0"/>
                      </p:stCondLst>
                      <p:childTnLst>
                        <p:par>
                          <p:cTn id="869" fill="hold">
                            <p:stCondLst>
                              <p:cond delay="0"/>
                            </p:stCondLst>
                            <p:childTnLst>
                              <p:par>
                                <p:cTn id="8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874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5" fill="hold">
                      <p:stCondLst>
                        <p:cond delay="0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par>
                                <p:cTn id="8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881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2" fill="hold">
                      <p:stCondLst>
                        <p:cond delay="0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895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id="8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909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0" fill="hold">
                      <p:stCondLst>
                        <p:cond delay="0"/>
                      </p:stCondLst>
                      <p:childTnLst>
                        <p:par>
                          <p:cTn id="911" fill="hold">
                            <p:stCondLst>
                              <p:cond delay="0"/>
                            </p:stCondLst>
                            <p:childTnLst>
                              <p:par>
                                <p:cTn id="9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916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7" fill="hold">
                      <p:stCondLst>
                        <p:cond delay="0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930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  <p:seq concurrent="1" nextAc="seek">
              <p:cTn id="937" restart="whenNotActive" fill="hold" evtFilter="cancelBubble" nodeType="interactiveSeq">
                <p:stCondLst>
                  <p:cond evt="onClick" delay="0">
                    <p:tgtEl>
                      <p:spTgt spid="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8" fill="hold">
                      <p:stCondLst>
                        <p:cond delay="0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id="9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"/>
                  </p:tgtEl>
                </p:cond>
              </p:nextCondLst>
            </p:seq>
            <p:seq concurrent="1" nextAc="seek">
              <p:cTn id="951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2" fill="hold">
                      <p:stCondLst>
                        <p:cond delay="0"/>
                      </p:stCondLst>
                      <p:childTnLst>
                        <p:par>
                          <p:cTn id="953" fill="hold">
                            <p:stCondLst>
                              <p:cond delay="0"/>
                            </p:stCondLst>
                            <p:childTnLst>
                              <p:par>
                                <p:cTn id="9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958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9" fill="hold">
                      <p:stCondLst>
                        <p:cond delay="0"/>
                      </p:stCondLst>
                      <p:childTnLst>
                        <p:par>
                          <p:cTn id="960" fill="hold">
                            <p:stCondLst>
                              <p:cond delay="0"/>
                            </p:stCondLst>
                            <p:childTnLst>
                              <p:par>
                                <p:cTn id="9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972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79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0" fill="hold">
                      <p:stCondLst>
                        <p:cond delay="0"/>
                      </p:stCondLst>
                      <p:childTnLst>
                        <p:par>
                          <p:cTn id="981" fill="hold">
                            <p:stCondLst>
                              <p:cond delay="0"/>
                            </p:stCondLst>
                            <p:childTnLst>
                              <p:par>
                                <p:cTn id="9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93" restart="whenNotActive" fill="hold" evtFilter="cancelBubble" nodeType="interactiveSeq">
                <p:stCondLst>
                  <p:cond evt="onClick" delay="0">
                    <p:tgtEl>
                      <p:spTgt spid="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4" fill="hold">
                      <p:stCondLst>
                        <p:cond delay="0"/>
                      </p:stCondLst>
                      <p:childTnLst>
                        <p:par>
                          <p:cTn id="995" fill="hold">
                            <p:stCondLst>
                              <p:cond delay="0"/>
                            </p:stCondLst>
                            <p:childTnLst>
                              <p:par>
                                <p:cTn id="9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0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9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1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8"/>
                  </p:tgtEl>
                </p:cond>
              </p:nextCondLst>
            </p:seq>
            <p:seq concurrent="1" nextAc="seek">
              <p:cTn id="1014" restart="whenNotActive" fill="hold" evtFilter="cancelBubble" nodeType="interactiveSeq">
                <p:stCondLst>
                  <p:cond evt="onClick" delay="0">
                    <p:tgtEl>
                      <p:spTgt spid="1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5" fill="hold">
                      <p:stCondLst>
                        <p:cond delay="0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par>
                                <p:cTn id="10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7"/>
                  </p:tgtEl>
                </p:cond>
              </p:nextCondLst>
            </p:seq>
            <p:seq concurrent="1" nextAc="seek">
              <p:cTn id="1021" restart="whenNotActive" fill="hold" evtFilter="cancelBubble" nodeType="interactiveSeq">
                <p:stCondLst>
                  <p:cond evt="onClick" delay="0">
                    <p:tgtEl>
                      <p:spTgt spid="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2" fill="hold">
                      <p:stCondLst>
                        <p:cond delay="0"/>
                      </p:stCondLst>
                      <p:childTnLst>
                        <p:par>
                          <p:cTn id="1023" fill="hold">
                            <p:stCondLst>
                              <p:cond delay="0"/>
                            </p:stCondLst>
                            <p:childTnLst>
                              <p:par>
                                <p:cTn id="10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6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5"/>
                  </p:tgtEl>
                </p:cond>
              </p:nextCondLst>
            </p:seq>
            <p:seq concurrent="1" nextAc="seek">
              <p:cTn id="1035" restart="whenNotActive" fill="hold" evtFilter="cancelBubble" nodeType="interactiveSeq">
                <p:stCondLst>
                  <p:cond evt="onClick" delay="0">
                    <p:tgtEl>
                      <p:spTgt spid="1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id="10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4"/>
                  </p:tgtEl>
                </p:cond>
              </p:nextCondLst>
            </p:seq>
            <p:seq concurrent="1" nextAc="seek">
              <p:cTn id="1042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3" fill="hold">
                      <p:stCondLst>
                        <p:cond delay="0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1056" restart="whenNotActive" fill="hold" evtFilter="cancelBubble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7" fill="hold">
                      <p:stCondLst>
                        <p:cond delay="0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"/>
                  </p:tgtEl>
                </p:cond>
              </p:nextCondLst>
            </p:seq>
            <p:seq concurrent="1" nextAc="seek">
              <p:cTn id="1063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4" fill="hold">
                      <p:stCondLst>
                        <p:cond delay="0"/>
                      </p:stCondLst>
                      <p:childTnLst>
                        <p:par>
                          <p:cTn id="1065" fill="hold">
                            <p:stCondLst>
                              <p:cond delay="0"/>
                            </p:stCondLst>
                            <p:childTnLst>
                              <p:par>
                                <p:cTn id="10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9"/>
                  </p:tgtEl>
                </p:cond>
              </p:nextCondLst>
            </p:seq>
            <p:seq concurrent="1" nextAc="seek">
              <p:cTn id="1077" restart="whenNotActive" fill="hold" evtFilter="cancelBubble" nodeType="interactiveSeq">
                <p:stCondLst>
                  <p:cond evt="onClick" delay="0">
                    <p:tgtEl>
                      <p:spTgt spid="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8" fill="hold">
                      <p:stCondLst>
                        <p:cond delay="0"/>
                      </p:stCondLst>
                      <p:childTnLst>
                        <p:par>
                          <p:cTn id="1079" fill="hold">
                            <p:stCondLst>
                              <p:cond delay="0"/>
                            </p:stCondLst>
                            <p:childTnLst>
                              <p:par>
                                <p:cTn id="10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8"/>
                  </p:tgtEl>
                </p:cond>
              </p:nextCondLst>
            </p:seq>
            <p:seq concurrent="1" nextAc="seek">
              <p:cTn id="1084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5" fill="hold">
                      <p:stCondLst>
                        <p:cond delay="0"/>
                      </p:stCondLst>
                      <p:childTnLst>
                        <p:par>
                          <p:cTn id="1086" fill="hold">
                            <p:stCondLst>
                              <p:cond delay="0"/>
                            </p:stCondLst>
                            <p:childTnLst>
                              <p:par>
                                <p:cTn id="10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1098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9" fill="hold">
                      <p:stCondLst>
                        <p:cond delay="0"/>
                      </p:stCondLst>
                      <p:childTnLst>
                        <p:par>
                          <p:cTn id="1100" fill="hold">
                            <p:stCondLst>
                              <p:cond delay="0"/>
                            </p:stCondLst>
                            <p:childTnLst>
                              <p:par>
                                <p:cTn id="1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>
                      <p:stCondLst>
                        <p:cond delay="0"/>
                      </p:stCondLst>
                      <p:childTnLst>
                        <p:par>
                          <p:cTn id="1107" fill="hold">
                            <p:stCondLst>
                              <p:cond delay="0"/>
                            </p:stCondLst>
                            <p:childTnLst>
                              <p:par>
                                <p:cTn id="1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4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3"/>
                  </p:tgtEl>
                </p:cond>
              </p:nextCondLst>
            </p:seq>
            <p:seq concurrent="1" nextAc="seek">
              <p:cTn id="1119" restart="whenNotActive" fill="hold" evtFilter="cancelBubble" nodeType="interactiveSeq">
                <p:stCondLst>
                  <p:cond evt="onClick" delay="0">
                    <p:tgtEl>
                      <p:spTgt spid="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0" fill="hold">
                      <p:stCondLst>
                        <p:cond delay="0"/>
                      </p:stCondLst>
                      <p:childTnLst>
                        <p:par>
                          <p:cTn id="1121" fill="hold">
                            <p:stCondLst>
                              <p:cond delay="0"/>
                            </p:stCondLst>
                            <p:childTnLst>
                              <p:par>
                                <p:cTn id="1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2"/>
                  </p:tgtEl>
                </p:cond>
              </p:nextCondLst>
            </p:seq>
            <p:seq concurrent="1" nextAc="seek">
              <p:cTn id="1126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7" fill="hold">
                      <p:stCondLst>
                        <p:cond delay="0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"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8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6" grpId="0" animBg="1"/>
      <p:bldP spid="46" grpId="1" animBg="1"/>
      <p:bldP spid="48" grpId="0" animBg="1"/>
      <p:bldP spid="48" grpId="1" animBg="1"/>
      <p:bldP spid="49" grpId="0" animBg="1"/>
      <p:bldP spid="49" grpId="1" animBg="1"/>
      <p:bldP spid="51" grpId="0" animBg="1"/>
      <p:bldP spid="51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  <p:bldP spid="133" grpId="0" animBg="1"/>
      <p:bldP spid="133" grpId="1" animBg="1"/>
      <p:bldP spid="134" grpId="0" animBg="1"/>
      <p:bldP spid="134" grpId="1" animBg="1"/>
      <p:bldP spid="135" grpId="0" animBg="1"/>
      <p:bldP spid="135" grpId="1" animBg="1"/>
      <p:bldP spid="136" grpId="0" animBg="1"/>
      <p:bldP spid="136" grpId="1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45" grpId="0" animBg="1"/>
      <p:bldP spid="145" grpId="1" animBg="1"/>
      <p:bldP spid="146" grpId="0" animBg="1"/>
      <p:bldP spid="146" grpId="1" animBg="1"/>
      <p:bldP spid="147" grpId="0" animBg="1"/>
      <p:bldP spid="147" grpId="1" animBg="1"/>
      <p:bldP spid="148" grpId="0" animBg="1"/>
      <p:bldP spid="148" grpId="1" animBg="1"/>
      <p:bldP spid="149" grpId="0" animBg="1"/>
      <p:bldP spid="149" grpId="1" animBg="1"/>
      <p:bldP spid="150" grpId="0" animBg="1"/>
      <p:bldP spid="150" grpId="1" animBg="1"/>
      <p:bldP spid="151" grpId="0" animBg="1"/>
      <p:bldP spid="151" grpId="1" animBg="1"/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  <p:bldP spid="157" grpId="0" animBg="1"/>
      <p:bldP spid="157" grpId="1" animBg="1"/>
      <p:bldP spid="158" grpId="0" animBg="1"/>
      <p:bldP spid="158" grpId="1" animBg="1"/>
      <p:bldP spid="159" grpId="0" animBg="1"/>
      <p:bldP spid="159" grpId="1" animBg="1"/>
      <p:bldP spid="160" grpId="0" animBg="1"/>
      <p:bldP spid="160" grpId="1" animBg="1"/>
      <p:bldP spid="161" grpId="0" animBg="1"/>
      <p:bldP spid="161" grpId="1" animBg="1"/>
      <p:bldP spid="162" grpId="0" animBg="1"/>
      <p:bldP spid="162" grpId="1" animBg="1"/>
      <p:bldP spid="163" grpId="0" animBg="1"/>
      <p:bldP spid="163" grpId="1" animBg="1"/>
      <p:bldP spid="164" grpId="0" animBg="1"/>
      <p:bldP spid="164" grpId="1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168" grpId="0" animBg="1"/>
      <p:bldP spid="168" grpId="1" animBg="1"/>
      <p:bldP spid="169" grpId="0" animBg="1"/>
      <p:bldP spid="169" grpId="1" animBg="1"/>
      <p:bldP spid="170" grpId="0" animBg="1"/>
      <p:bldP spid="170" grpId="1" animBg="1"/>
      <p:bldP spid="171" grpId="0" animBg="1"/>
      <p:bldP spid="171" grpId="1" animBg="1"/>
      <p:bldP spid="172" grpId="0" animBg="1"/>
      <p:bldP spid="172" grpId="1" animBg="1"/>
      <p:bldP spid="173" grpId="0" animBg="1"/>
      <p:bldP spid="173" grpId="1" animBg="1"/>
      <p:bldP spid="174" grpId="0" animBg="1"/>
      <p:bldP spid="174" grpId="1" animBg="1"/>
      <p:bldP spid="175" grpId="0" animBg="1"/>
      <p:bldP spid="175" grpId="1" animBg="1"/>
      <p:bldP spid="176" grpId="0" animBg="1"/>
      <p:bldP spid="176" grpId="1" animBg="1"/>
      <p:bldP spid="177" grpId="0" animBg="1"/>
      <p:bldP spid="177" grpId="1" animBg="1"/>
      <p:bldP spid="178" grpId="0" animBg="1"/>
      <p:bldP spid="178" grpId="1" animBg="1"/>
      <p:bldP spid="179" grpId="0" animBg="1"/>
      <p:bldP spid="17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15"/>
          <p:cNvGrpSpPr/>
          <p:nvPr/>
        </p:nvGrpSpPr>
        <p:grpSpPr>
          <a:xfrm>
            <a:off x="1685054" y="1701955"/>
            <a:ext cx="5633635" cy="1588540"/>
            <a:chOff x="1685054" y="1701955"/>
            <a:chExt cx="5633635" cy="1588540"/>
          </a:xfrm>
        </p:grpSpPr>
        <p:sp>
          <p:nvSpPr>
            <p:cNvPr id="220" name="Google Shape;220;p15"/>
            <p:cNvSpPr/>
            <p:nvPr/>
          </p:nvSpPr>
          <p:spPr>
            <a:xfrm>
              <a:off x="1685054" y="1701955"/>
              <a:ext cx="5633635" cy="1588540"/>
            </a:xfrm>
            <a:custGeom>
              <a:avLst/>
              <a:gdLst/>
              <a:ahLst/>
              <a:cxnLst/>
              <a:rect l="l" t="t" r="r" b="b"/>
              <a:pathLst>
                <a:path w="11497214" h="3241918" extrusionOk="0">
                  <a:moveTo>
                    <a:pt x="787024" y="2781311"/>
                  </a:moveTo>
                  <a:cubicBezTo>
                    <a:pt x="786661" y="2828882"/>
                    <a:pt x="747700" y="2867155"/>
                    <a:pt x="700002" y="2866794"/>
                  </a:cubicBezTo>
                  <a:cubicBezTo>
                    <a:pt x="699776" y="2866794"/>
                    <a:pt x="699550" y="2866785"/>
                    <a:pt x="699323" y="2866785"/>
                  </a:cubicBezTo>
                  <a:lnTo>
                    <a:pt x="503353" y="2866785"/>
                  </a:lnTo>
                  <a:cubicBezTo>
                    <a:pt x="455659" y="2867516"/>
                    <a:pt x="416397" y="2829556"/>
                    <a:pt x="415659" y="2781986"/>
                  </a:cubicBezTo>
                  <a:cubicBezTo>
                    <a:pt x="415656" y="2781767"/>
                    <a:pt x="415654" y="2781539"/>
                    <a:pt x="415652" y="2781311"/>
                  </a:cubicBezTo>
                  <a:lnTo>
                    <a:pt x="415652" y="1920782"/>
                  </a:lnTo>
                  <a:lnTo>
                    <a:pt x="0" y="1920782"/>
                  </a:lnTo>
                  <a:lnTo>
                    <a:pt x="0" y="3005822"/>
                  </a:lnTo>
                  <a:cubicBezTo>
                    <a:pt x="-158" y="3135115"/>
                    <a:pt x="104803" y="3240048"/>
                    <a:pt x="234440" y="3240210"/>
                  </a:cubicBezTo>
                  <a:cubicBezTo>
                    <a:pt x="234789" y="3240210"/>
                    <a:pt x="235139" y="3240210"/>
                    <a:pt x="235488" y="3240210"/>
                  </a:cubicBezTo>
                  <a:lnTo>
                    <a:pt x="983090" y="3240210"/>
                  </a:lnTo>
                  <a:cubicBezTo>
                    <a:pt x="1112727" y="3240789"/>
                    <a:pt x="1218283" y="3136445"/>
                    <a:pt x="1218864" y="3007152"/>
                  </a:cubicBezTo>
                  <a:cubicBezTo>
                    <a:pt x="1218864" y="3006715"/>
                    <a:pt x="1218864" y="3006268"/>
                    <a:pt x="1218864" y="3005822"/>
                  </a:cubicBezTo>
                  <a:lnTo>
                    <a:pt x="1218864" y="0"/>
                  </a:lnTo>
                  <a:lnTo>
                    <a:pt x="787024" y="0"/>
                  </a:lnTo>
                  <a:close/>
                  <a:moveTo>
                    <a:pt x="1842198" y="0"/>
                  </a:moveTo>
                  <a:cubicBezTo>
                    <a:pt x="1604139" y="0"/>
                    <a:pt x="1413120" y="110926"/>
                    <a:pt x="1413120" y="248728"/>
                  </a:cubicBezTo>
                  <a:lnTo>
                    <a:pt x="1413120" y="2969733"/>
                  </a:lnTo>
                  <a:cubicBezTo>
                    <a:pt x="1413120" y="3107535"/>
                    <a:pt x="1521199" y="3240210"/>
                    <a:pt x="1758972" y="3240210"/>
                  </a:cubicBezTo>
                  <a:lnTo>
                    <a:pt x="2567041" y="3240210"/>
                  </a:lnTo>
                  <a:lnTo>
                    <a:pt x="2567041" y="2866500"/>
                  </a:lnTo>
                  <a:lnTo>
                    <a:pt x="1954657" y="2866500"/>
                  </a:lnTo>
                  <a:cubicBezTo>
                    <a:pt x="1893285" y="2866500"/>
                    <a:pt x="1843531" y="2816878"/>
                    <a:pt x="1843531" y="2755669"/>
                  </a:cubicBezTo>
                  <a:cubicBezTo>
                    <a:pt x="1843531" y="2755546"/>
                    <a:pt x="1843531" y="2755413"/>
                    <a:pt x="1843531" y="2755289"/>
                  </a:cubicBezTo>
                  <a:lnTo>
                    <a:pt x="1843531" y="2409216"/>
                  </a:lnTo>
                  <a:cubicBezTo>
                    <a:pt x="1843474" y="2348008"/>
                    <a:pt x="1893190" y="2298347"/>
                    <a:pt x="1954562" y="2298290"/>
                  </a:cubicBezTo>
                  <a:cubicBezTo>
                    <a:pt x="1954590" y="2298290"/>
                    <a:pt x="1954628" y="2298290"/>
                    <a:pt x="1954657" y="2298290"/>
                  </a:cubicBezTo>
                  <a:lnTo>
                    <a:pt x="2567041" y="2298290"/>
                  </a:lnTo>
                  <a:lnTo>
                    <a:pt x="2567041" y="1928475"/>
                  </a:lnTo>
                  <a:lnTo>
                    <a:pt x="1961608" y="1928475"/>
                  </a:lnTo>
                  <a:cubicBezTo>
                    <a:pt x="1896294" y="1928370"/>
                    <a:pt x="1843426" y="1875471"/>
                    <a:pt x="1843531" y="1810331"/>
                  </a:cubicBezTo>
                  <a:cubicBezTo>
                    <a:pt x="1843531" y="1810265"/>
                    <a:pt x="1843531" y="1810208"/>
                    <a:pt x="1843531" y="1810141"/>
                  </a:cubicBezTo>
                  <a:lnTo>
                    <a:pt x="1843531" y="1441655"/>
                  </a:lnTo>
                  <a:cubicBezTo>
                    <a:pt x="1843322" y="1376514"/>
                    <a:pt x="1896104" y="1323530"/>
                    <a:pt x="1961418" y="1323321"/>
                  </a:cubicBezTo>
                  <a:cubicBezTo>
                    <a:pt x="1961485" y="1323321"/>
                    <a:pt x="1961542" y="1323321"/>
                    <a:pt x="1961608" y="1323321"/>
                  </a:cubicBezTo>
                  <a:lnTo>
                    <a:pt x="2566850" y="1323321"/>
                  </a:lnTo>
                  <a:lnTo>
                    <a:pt x="2566850" y="0"/>
                  </a:lnTo>
                  <a:close/>
                  <a:moveTo>
                    <a:pt x="10513457" y="1364824"/>
                  </a:moveTo>
                  <a:lnTo>
                    <a:pt x="10513457" y="1905397"/>
                  </a:lnTo>
                  <a:lnTo>
                    <a:pt x="10214836" y="1905397"/>
                  </a:lnTo>
                  <a:cubicBezTo>
                    <a:pt x="10172367" y="1905397"/>
                    <a:pt x="10138657" y="1865034"/>
                    <a:pt x="10138657" y="1814890"/>
                  </a:cubicBezTo>
                  <a:lnTo>
                    <a:pt x="10138657" y="0"/>
                  </a:lnTo>
                  <a:lnTo>
                    <a:pt x="9727005" y="0"/>
                  </a:lnTo>
                  <a:lnTo>
                    <a:pt x="9727005" y="1923821"/>
                  </a:lnTo>
                  <a:cubicBezTo>
                    <a:pt x="9727005" y="2115377"/>
                    <a:pt x="9878411" y="2269704"/>
                    <a:pt x="10066478" y="2269704"/>
                  </a:cubicBezTo>
                  <a:lnTo>
                    <a:pt x="10514029" y="2269704"/>
                  </a:lnTo>
                  <a:lnTo>
                    <a:pt x="10514029" y="2793658"/>
                  </a:lnTo>
                  <a:cubicBezTo>
                    <a:pt x="10514029" y="2825568"/>
                    <a:pt x="10480701" y="2850640"/>
                    <a:pt x="10439184" y="2850640"/>
                  </a:cubicBezTo>
                  <a:lnTo>
                    <a:pt x="10081523" y="2850640"/>
                  </a:lnTo>
                  <a:lnTo>
                    <a:pt x="10081523" y="3240020"/>
                  </a:lnTo>
                  <a:lnTo>
                    <a:pt x="10572877" y="3240020"/>
                  </a:lnTo>
                  <a:cubicBezTo>
                    <a:pt x="10758469" y="3240020"/>
                    <a:pt x="10907874" y="3132323"/>
                    <a:pt x="10907874" y="2998509"/>
                  </a:cubicBezTo>
                  <a:lnTo>
                    <a:pt x="10907874" y="0"/>
                  </a:lnTo>
                  <a:lnTo>
                    <a:pt x="10514029" y="0"/>
                  </a:lnTo>
                  <a:close/>
                  <a:moveTo>
                    <a:pt x="11112605" y="0"/>
                  </a:moveTo>
                  <a:lnTo>
                    <a:pt x="11112605" y="2269799"/>
                  </a:lnTo>
                  <a:lnTo>
                    <a:pt x="11497214" y="2269799"/>
                  </a:lnTo>
                  <a:lnTo>
                    <a:pt x="11497214" y="0"/>
                  </a:lnTo>
                  <a:close/>
                  <a:moveTo>
                    <a:pt x="8024406" y="2116801"/>
                  </a:moveTo>
                  <a:cubicBezTo>
                    <a:pt x="8100585" y="2040825"/>
                    <a:pt x="8146768" y="2012999"/>
                    <a:pt x="8146768" y="1924106"/>
                  </a:cubicBezTo>
                  <a:lnTo>
                    <a:pt x="8146768" y="292035"/>
                  </a:lnTo>
                  <a:cubicBezTo>
                    <a:pt x="8146768" y="130205"/>
                    <a:pt x="7989268" y="0"/>
                    <a:pt x="7793584" y="0"/>
                  </a:cubicBezTo>
                  <a:lnTo>
                    <a:pt x="6958281" y="0"/>
                  </a:lnTo>
                  <a:lnTo>
                    <a:pt x="6958281" y="3240210"/>
                  </a:lnTo>
                  <a:lnTo>
                    <a:pt x="7355079" y="3240210"/>
                  </a:lnTo>
                  <a:lnTo>
                    <a:pt x="7355079" y="2291168"/>
                  </a:lnTo>
                  <a:lnTo>
                    <a:pt x="7583044" y="2291168"/>
                  </a:lnTo>
                  <a:cubicBezTo>
                    <a:pt x="7682553" y="2298765"/>
                    <a:pt x="7766540" y="2376641"/>
                    <a:pt x="7773492" y="2472182"/>
                  </a:cubicBezTo>
                  <a:lnTo>
                    <a:pt x="7831959" y="3240115"/>
                  </a:lnTo>
                  <a:lnTo>
                    <a:pt x="8271512" y="3240115"/>
                  </a:lnTo>
                  <a:lnTo>
                    <a:pt x="8179811" y="2438372"/>
                  </a:lnTo>
                  <a:cubicBezTo>
                    <a:pt x="8160671" y="2269799"/>
                    <a:pt x="8105251" y="2197432"/>
                    <a:pt x="8024406" y="2116801"/>
                  </a:cubicBezTo>
                  <a:close/>
                  <a:moveTo>
                    <a:pt x="7724547" y="1782220"/>
                  </a:moveTo>
                  <a:cubicBezTo>
                    <a:pt x="7724547" y="1854777"/>
                    <a:pt x="7675602" y="1913184"/>
                    <a:pt x="7614753" y="1913184"/>
                  </a:cubicBezTo>
                  <a:lnTo>
                    <a:pt x="7355079" y="1913184"/>
                  </a:lnTo>
                  <a:lnTo>
                    <a:pt x="7355079" y="1308031"/>
                  </a:lnTo>
                  <a:lnTo>
                    <a:pt x="7614753" y="1308031"/>
                  </a:lnTo>
                  <a:cubicBezTo>
                    <a:pt x="7675602" y="1308031"/>
                    <a:pt x="7724547" y="1366438"/>
                    <a:pt x="7724547" y="1438996"/>
                  </a:cubicBezTo>
                  <a:close/>
                  <a:moveTo>
                    <a:pt x="6238486" y="0"/>
                  </a:moveTo>
                  <a:lnTo>
                    <a:pt x="5932437" y="0"/>
                  </a:lnTo>
                  <a:cubicBezTo>
                    <a:pt x="5794458" y="0"/>
                    <a:pt x="5675333" y="94306"/>
                    <a:pt x="5664477" y="211595"/>
                  </a:cubicBezTo>
                  <a:lnTo>
                    <a:pt x="5396327" y="3240210"/>
                  </a:lnTo>
                  <a:lnTo>
                    <a:pt x="5813883" y="3240210"/>
                  </a:lnTo>
                  <a:lnTo>
                    <a:pt x="5901394" y="2295631"/>
                  </a:lnTo>
                  <a:lnTo>
                    <a:pt x="6277051" y="2295631"/>
                  </a:lnTo>
                  <a:lnTo>
                    <a:pt x="6364562" y="3240210"/>
                  </a:lnTo>
                  <a:lnTo>
                    <a:pt x="6823826" y="3240210"/>
                  </a:lnTo>
                  <a:lnTo>
                    <a:pt x="6509587" y="211595"/>
                  </a:lnTo>
                  <a:cubicBezTo>
                    <a:pt x="6497684" y="94306"/>
                    <a:pt x="6376655" y="0"/>
                    <a:pt x="6238486" y="0"/>
                  </a:cubicBezTo>
                  <a:close/>
                  <a:moveTo>
                    <a:pt x="5936246" y="1919452"/>
                  </a:moveTo>
                  <a:lnTo>
                    <a:pt x="5986904" y="1372516"/>
                  </a:lnTo>
                  <a:cubicBezTo>
                    <a:pt x="5989666" y="1342411"/>
                    <a:pt x="6027660" y="1318193"/>
                    <a:pt x="6072034" y="1318193"/>
                  </a:cubicBezTo>
                  <a:lnTo>
                    <a:pt x="6106411" y="1318193"/>
                  </a:lnTo>
                  <a:cubicBezTo>
                    <a:pt x="6150784" y="1318193"/>
                    <a:pt x="6188779" y="1342411"/>
                    <a:pt x="6191541" y="1372516"/>
                  </a:cubicBezTo>
                  <a:lnTo>
                    <a:pt x="6242200" y="1919452"/>
                  </a:lnTo>
                  <a:close/>
                  <a:moveTo>
                    <a:pt x="3729913" y="0"/>
                  </a:moveTo>
                  <a:lnTo>
                    <a:pt x="3013545" y="0"/>
                  </a:lnTo>
                  <a:cubicBezTo>
                    <a:pt x="2888421" y="0"/>
                    <a:pt x="2787769" y="104468"/>
                    <a:pt x="2787769" y="234388"/>
                  </a:cubicBezTo>
                  <a:lnTo>
                    <a:pt x="2787769" y="3005822"/>
                  </a:lnTo>
                  <a:cubicBezTo>
                    <a:pt x="2787769" y="3135647"/>
                    <a:pt x="2888421" y="3240210"/>
                    <a:pt x="3013545" y="3240210"/>
                  </a:cubicBezTo>
                  <a:lnTo>
                    <a:pt x="3729913" y="3240210"/>
                  </a:lnTo>
                  <a:cubicBezTo>
                    <a:pt x="3855036" y="3240210"/>
                    <a:pt x="3955688" y="3135742"/>
                    <a:pt x="3955688" y="3005822"/>
                  </a:cubicBezTo>
                  <a:lnTo>
                    <a:pt x="3955688" y="234388"/>
                  </a:lnTo>
                  <a:cubicBezTo>
                    <a:pt x="3955688" y="104468"/>
                    <a:pt x="3855036" y="0"/>
                    <a:pt x="3729913" y="0"/>
                  </a:cubicBezTo>
                  <a:close/>
                  <a:moveTo>
                    <a:pt x="3524134" y="2754909"/>
                  </a:moveTo>
                  <a:cubicBezTo>
                    <a:pt x="3524134" y="2816735"/>
                    <a:pt x="3468142" y="2866500"/>
                    <a:pt x="3398629" y="2866500"/>
                  </a:cubicBezTo>
                  <a:lnTo>
                    <a:pt x="3344828" y="2866500"/>
                  </a:lnTo>
                  <a:cubicBezTo>
                    <a:pt x="3275314" y="2866500"/>
                    <a:pt x="3219323" y="2816735"/>
                    <a:pt x="3219323" y="2754909"/>
                  </a:cubicBezTo>
                  <a:lnTo>
                    <a:pt x="3219323" y="1434817"/>
                  </a:lnTo>
                  <a:cubicBezTo>
                    <a:pt x="3219323" y="1372896"/>
                    <a:pt x="3275314" y="1323132"/>
                    <a:pt x="3344828" y="1323132"/>
                  </a:cubicBezTo>
                  <a:lnTo>
                    <a:pt x="3398629" y="1323132"/>
                  </a:lnTo>
                  <a:cubicBezTo>
                    <a:pt x="3468142" y="1323132"/>
                    <a:pt x="3524134" y="1372896"/>
                    <a:pt x="3524134" y="1434817"/>
                  </a:cubicBezTo>
                  <a:close/>
                  <a:moveTo>
                    <a:pt x="4961155" y="0"/>
                  </a:moveTo>
                  <a:lnTo>
                    <a:pt x="4170798" y="0"/>
                  </a:lnTo>
                  <a:lnTo>
                    <a:pt x="4170798" y="3240210"/>
                  </a:lnTo>
                  <a:lnTo>
                    <a:pt x="4588545" y="3240210"/>
                  </a:lnTo>
                  <a:lnTo>
                    <a:pt x="4588545" y="2306458"/>
                  </a:lnTo>
                  <a:lnTo>
                    <a:pt x="5049237" y="2306458"/>
                  </a:lnTo>
                  <a:cubicBezTo>
                    <a:pt x="5209594" y="2306458"/>
                    <a:pt x="5338717" y="2206834"/>
                    <a:pt x="5338717" y="2082992"/>
                  </a:cubicBezTo>
                  <a:lnTo>
                    <a:pt x="5338717" y="292035"/>
                  </a:lnTo>
                  <a:cubicBezTo>
                    <a:pt x="5339288" y="130205"/>
                    <a:pt x="5170647" y="0"/>
                    <a:pt x="4961155" y="0"/>
                  </a:cubicBezTo>
                  <a:close/>
                  <a:moveTo>
                    <a:pt x="4923065" y="1816504"/>
                  </a:moveTo>
                  <a:cubicBezTo>
                    <a:pt x="4923065" y="1878520"/>
                    <a:pt x="4883833" y="1928475"/>
                    <a:pt x="4835174" y="1928475"/>
                  </a:cubicBezTo>
                  <a:lnTo>
                    <a:pt x="4589116" y="1928475"/>
                  </a:lnTo>
                  <a:lnTo>
                    <a:pt x="4589116" y="1329590"/>
                  </a:lnTo>
                  <a:lnTo>
                    <a:pt x="4835841" y="1329590"/>
                  </a:lnTo>
                  <a:cubicBezTo>
                    <a:pt x="4884500" y="1329590"/>
                    <a:pt x="4923732" y="1379544"/>
                    <a:pt x="4923732" y="1441560"/>
                  </a:cubicBezTo>
                  <a:close/>
                  <a:moveTo>
                    <a:pt x="8421107" y="1304517"/>
                  </a:moveTo>
                  <a:lnTo>
                    <a:pt x="8619554" y="1304517"/>
                  </a:lnTo>
                  <a:cubicBezTo>
                    <a:pt x="8720319" y="1304517"/>
                    <a:pt x="8802002" y="1385983"/>
                    <a:pt x="8802002" y="1486481"/>
                  </a:cubicBezTo>
                  <a:lnTo>
                    <a:pt x="8802002" y="3241919"/>
                  </a:lnTo>
                  <a:lnTo>
                    <a:pt x="9201942" y="3241919"/>
                  </a:lnTo>
                  <a:lnTo>
                    <a:pt x="9201942" y="1486481"/>
                  </a:lnTo>
                  <a:cubicBezTo>
                    <a:pt x="9201942" y="1385983"/>
                    <a:pt x="9283625" y="1304517"/>
                    <a:pt x="9384391" y="1304517"/>
                  </a:cubicBezTo>
                  <a:lnTo>
                    <a:pt x="9573314" y="1304517"/>
                  </a:lnTo>
                  <a:lnTo>
                    <a:pt x="9573314" y="3419"/>
                  </a:lnTo>
                  <a:lnTo>
                    <a:pt x="8421107" y="341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  <a:reflection stA="25000" endPos="60000" fadeDir="5400012" sy="-100000" algn="bl" rotWithShape="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125107" y="2898232"/>
              <a:ext cx="191700" cy="1917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15"/>
          <p:cNvSpPr txBox="1">
            <a:spLocks noGrp="1"/>
          </p:cNvSpPr>
          <p:nvPr>
            <p:ph type="ctrTitle"/>
          </p:nvPr>
        </p:nvSpPr>
        <p:spPr>
          <a:xfrm>
            <a:off x="685800" y="3456400"/>
            <a:ext cx="7772400" cy="6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err="1"/>
              <a:t>Welcome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AI </a:t>
            </a:r>
            <a:r>
              <a:rPr lang="es-MX" dirty="0" err="1"/>
              <a:t>Jeoparty</a:t>
            </a:r>
            <a:endParaRPr dirty="0"/>
          </a:p>
        </p:txBody>
      </p:sp>
      <p:pic>
        <p:nvPicPr>
          <p:cNvPr id="3" name="jeopardy-intro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36344" y="4025569"/>
            <a:ext cx="609600" cy="609600"/>
          </a:xfrm>
          <a:prstGeom prst="rect">
            <a:avLst/>
          </a:prstGeom>
        </p:spPr>
      </p:pic>
      <p:sp>
        <p:nvSpPr>
          <p:cNvPr id="2" name="CuadroTexto 1">
            <a:hlinkClick r:id="rId6" action="ppaction://hlinksldjump"/>
          </p:cNvPr>
          <p:cNvSpPr txBox="1"/>
          <p:nvPr/>
        </p:nvSpPr>
        <p:spPr>
          <a:xfrm>
            <a:off x="0" y="4618301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&lt;&lt;&lt; </a:t>
            </a:r>
            <a:r>
              <a:rPr lang="es-MX" dirty="0" err="1">
                <a:solidFill>
                  <a:schemeClr val="bg1"/>
                </a:solidFill>
              </a:rPr>
              <a:t>Start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Game</a:t>
            </a:r>
            <a:r>
              <a:rPr lang="es-MX" dirty="0">
                <a:solidFill>
                  <a:schemeClr val="bg1"/>
                </a:solidFill>
              </a:rPr>
              <a:t> &amp; </a:t>
            </a:r>
            <a:r>
              <a:rPr lang="es-MX" dirty="0" err="1">
                <a:solidFill>
                  <a:schemeClr val="bg1"/>
                </a:solidFill>
              </a:rPr>
              <a:t>Go</a:t>
            </a:r>
            <a:r>
              <a:rPr lang="es-MX" dirty="0">
                <a:solidFill>
                  <a:schemeClr val="bg1"/>
                </a:solidFill>
              </a:rPr>
              <a:t> to </a:t>
            </a:r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Main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>
                <a:solidFill>
                  <a:schemeClr val="bg1"/>
                </a:solidFill>
              </a:rPr>
              <a:t>Panel &gt;&gt;&gt;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85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Q_Cat1_200"/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is often the first segment of a late-night talk show, where the host addresses the audience directly and comments on current events.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7" name="Google Shape;278;p18">
            <a:extLst>
              <a:ext uri="{FF2B5EF4-FFF2-40B4-BE49-F238E27FC236}">
                <a16:creationId xmlns:a16="http://schemas.microsoft.com/office/drawing/2014/main" id="{F9873045-42E6-4321-3849-F7F33210F459}"/>
              </a:ext>
            </a:extLst>
          </p:cNvPr>
          <p:cNvSpPr txBox="1">
            <a:spLocks/>
          </p:cNvSpPr>
          <p:nvPr/>
        </p:nvSpPr>
        <p:spPr>
          <a:xfrm>
            <a:off x="1032150" y="627263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1 · </a:t>
            </a:r>
            <a:r>
              <a:rPr lang="es-MX" dirty="0">
                <a:solidFill>
                  <a:srgbClr val="FFC319"/>
                </a:solidFill>
              </a:rPr>
              <a:t>$200</a:t>
            </a:r>
          </a:p>
        </p:txBody>
      </p:sp>
      <p:sp>
        <p:nvSpPr>
          <p:cNvPr id="8" name="A_Cat1_200">
            <a:extLst>
              <a:ext uri="{FF2B5EF4-FFF2-40B4-BE49-F238E27FC236}">
                <a16:creationId xmlns:a16="http://schemas.microsoft.com/office/drawing/2014/main" id="{E8ADCE3D-3BC6-070C-A8D3-774B8ABC51AC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monologue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8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284" name="Google Shape;284;p1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1_400">
            <a:extLst>
              <a:ext uri="{FF2B5EF4-FFF2-40B4-BE49-F238E27FC236}">
                <a16:creationId xmlns:a16="http://schemas.microsoft.com/office/drawing/2014/main" id="{D5537F22-9EE2-AA6C-A255-F3ACB02110FB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recurring segment featuring audience members or guests participating in a game or activity.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84;p19">
            <a:extLst>
              <a:ext uri="{FF2B5EF4-FFF2-40B4-BE49-F238E27FC236}">
                <a16:creationId xmlns:a16="http://schemas.microsoft.com/office/drawing/2014/main" id="{B097E683-525C-56B0-443E-DBFBF49F0499}"/>
              </a:ext>
            </a:extLst>
          </p:cNvPr>
          <p:cNvSpPr txBox="1">
            <a:spLocks/>
          </p:cNvSpPr>
          <p:nvPr/>
        </p:nvSpPr>
        <p:spPr>
          <a:xfrm>
            <a:off x="1032150" y="603040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1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5" name="A_Cat1_400">
            <a:extLst>
              <a:ext uri="{FF2B5EF4-FFF2-40B4-BE49-F238E27FC236}">
                <a16:creationId xmlns:a16="http://schemas.microsoft.com/office/drawing/2014/main" id="{4B9E3B17-DE0F-2223-E671-0CAA17AB103D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game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8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Q_Cat1_600">
            <a:extLst>
              <a:ext uri="{FF2B5EF4-FFF2-40B4-BE49-F238E27FC236}">
                <a16:creationId xmlns:a16="http://schemas.microsoft.com/office/drawing/2014/main" id="{4B9A5D9E-4B25-AB03-040F-3940BBE73765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Known for his signature 'How you doin'?' greeting and his long-running NBC program.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90;p20">
            <a:extLst>
              <a:ext uri="{FF2B5EF4-FFF2-40B4-BE49-F238E27FC236}">
                <a16:creationId xmlns:a16="http://schemas.microsoft.com/office/drawing/2014/main" id="{7E982DBB-B37F-7B61-040B-A7C358D2A7AD}"/>
              </a:ext>
            </a:extLst>
          </p:cNvPr>
          <p:cNvSpPr txBox="1">
            <a:spLocks/>
          </p:cNvSpPr>
          <p:nvPr/>
        </p:nvSpPr>
        <p:spPr>
          <a:xfrm>
            <a:off x="1032150" y="7081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1_600">
            <a:extLst>
              <a:ext uri="{FF2B5EF4-FFF2-40B4-BE49-F238E27FC236}">
                <a16:creationId xmlns:a16="http://schemas.microsoft.com/office/drawing/2014/main" id="{25F13132-95BA-14F6-2C8A-83BEE1CA30F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Jay Leno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6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1_800">
            <a:extLst>
              <a:ext uri="{FF2B5EF4-FFF2-40B4-BE49-F238E27FC236}">
                <a16:creationId xmlns:a16="http://schemas.microsoft.com/office/drawing/2014/main" id="{DF9A0971-4223-96BA-96CC-4F781A8A4F16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He became famous for his recurring role as a grumpy old man on a popular sketch comedy show.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96;p21">
            <a:extLst>
              <a:ext uri="{FF2B5EF4-FFF2-40B4-BE49-F238E27FC236}">
                <a16:creationId xmlns:a16="http://schemas.microsoft.com/office/drawing/2014/main" id="{CD60E07F-C74D-B1C6-CCC9-587E1D93AFB9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1_800">
            <a:extLst>
              <a:ext uri="{FF2B5EF4-FFF2-40B4-BE49-F238E27FC236}">
                <a16:creationId xmlns:a16="http://schemas.microsoft.com/office/drawing/2014/main" id="{44C38EF4-7F08-A893-C054-41FB0B3A94F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Sammy the snake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33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1_1000">
            <a:extLst>
              <a:ext uri="{FF2B5EF4-FFF2-40B4-BE49-F238E27FC236}">
                <a16:creationId xmlns:a16="http://schemas.microsoft.com/office/drawing/2014/main" id="{D24D892F-727E-B722-D44D-E03609F65C1C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musician has performed on The Tonight Show more than any other artist.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02;p22">
            <a:extLst>
              <a:ext uri="{FF2B5EF4-FFF2-40B4-BE49-F238E27FC236}">
                <a16:creationId xmlns:a16="http://schemas.microsoft.com/office/drawing/2014/main" id="{265275AA-DB7F-674A-38FF-EE148191214B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1_1000">
            <a:extLst>
              <a:ext uri="{FF2B5EF4-FFF2-40B4-BE49-F238E27FC236}">
                <a16:creationId xmlns:a16="http://schemas.microsoft.com/office/drawing/2014/main" id="{F974E06A-E9F9-95F6-BB77-43655CD6F996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Bruce Springsteen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6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200">
            <a:extLst>
              <a:ext uri="{FF2B5EF4-FFF2-40B4-BE49-F238E27FC236}">
                <a16:creationId xmlns:a16="http://schemas.microsoft.com/office/drawing/2014/main" id="{B16DEBA9-793D-5F25-C0F6-26C023051FCB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type of joke often involves wordplay and is a common element in monologues.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08;p23">
            <a:extLst>
              <a:ext uri="{FF2B5EF4-FFF2-40B4-BE49-F238E27FC236}">
                <a16:creationId xmlns:a16="http://schemas.microsoft.com/office/drawing/2014/main" id="{FAC2438E-B5F5-83AE-7A77-59387DCA0D69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200">
            <a:extLst>
              <a:ext uri="{FF2B5EF4-FFF2-40B4-BE49-F238E27FC236}">
                <a16:creationId xmlns:a16="http://schemas.microsoft.com/office/drawing/2014/main" id="{142570F4-0DAF-0F19-71F2-D337B68820D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pun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34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400">
            <a:extLst>
              <a:ext uri="{FF2B5EF4-FFF2-40B4-BE49-F238E27FC236}">
                <a16:creationId xmlns:a16="http://schemas.microsoft.com/office/drawing/2014/main" id="{2D3655D6-53C5-0623-9CB1-C805D125A7B7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prop is often used by hosts to point at graphics or illustrate jokes during their opening remarks.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14;p24">
            <a:extLst>
              <a:ext uri="{FF2B5EF4-FFF2-40B4-BE49-F238E27FC236}">
                <a16:creationId xmlns:a16="http://schemas.microsoft.com/office/drawing/2014/main" id="{A2B65A31-346F-03F9-3898-5D09B9C5C972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$400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400">
            <a:extLst>
              <a:ext uri="{FF2B5EF4-FFF2-40B4-BE49-F238E27FC236}">
                <a16:creationId xmlns:a16="http://schemas.microsoft.com/office/drawing/2014/main" id="{185A8F76-1613-8DCA-1DE6-9CF0634FD1CD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pointer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5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600">
            <a:extLst>
              <a:ext uri="{FF2B5EF4-FFF2-40B4-BE49-F238E27FC236}">
                <a16:creationId xmlns:a16="http://schemas.microsoft.com/office/drawing/2014/main" id="{C6A6A824-0458-6F8D-433F-8C7F4443461A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veteran host, famous for his casual style and interviews, began his career in local New York television.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20;p25">
            <a:extLst>
              <a:ext uri="{FF2B5EF4-FFF2-40B4-BE49-F238E27FC236}">
                <a16:creationId xmlns:a16="http://schemas.microsoft.com/office/drawing/2014/main" id="{6F7464F7-AEA4-C685-62F4-4CBC45837DF2}"/>
              </a:ext>
            </a:extLst>
          </p:cNvPr>
          <p:cNvSpPr txBox="1">
            <a:spLocks/>
          </p:cNvSpPr>
          <p:nvPr/>
        </p:nvSpPr>
        <p:spPr>
          <a:xfrm>
            <a:off x="1038650" y="63848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600">
            <a:extLst>
              <a:ext uri="{FF2B5EF4-FFF2-40B4-BE49-F238E27FC236}">
                <a16:creationId xmlns:a16="http://schemas.microsoft.com/office/drawing/2014/main" id="{F8B173CD-5A1D-DAC2-3D91-0583F4DDBAA8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David Letterman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5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800">
            <a:extLst>
              <a:ext uri="{FF2B5EF4-FFF2-40B4-BE49-F238E27FC236}">
                <a16:creationId xmlns:a16="http://schemas.microsoft.com/office/drawing/2014/main" id="{B5A7CF6E-90B2-0FAD-5A70-8274EA36C8D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comedian's impersonations were a hallmark of his time on a seminal Saturday night sketch program.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26;p26">
            <a:extLst>
              <a:ext uri="{FF2B5EF4-FFF2-40B4-BE49-F238E27FC236}">
                <a16:creationId xmlns:a16="http://schemas.microsoft.com/office/drawing/2014/main" id="{81D1229F-2B4D-1F71-BDE0-148335A35F5B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800">
            <a:extLst>
              <a:ext uri="{FF2B5EF4-FFF2-40B4-BE49-F238E27FC236}">
                <a16:creationId xmlns:a16="http://schemas.microsoft.com/office/drawing/2014/main" id="{202FB69C-F25A-8493-7AD1-BA59D79F8D7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Dana Carvey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34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2_1000">
            <a:extLst>
              <a:ext uri="{FF2B5EF4-FFF2-40B4-BE49-F238E27FC236}">
                <a16:creationId xmlns:a16="http://schemas.microsoft.com/office/drawing/2014/main" id="{FE2AC45D-AC99-EACF-02FA-1FA9F630C9E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young artist broke barriers by performing on this show with a hip-hop beat to a classical aria.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32;p27">
            <a:extLst>
              <a:ext uri="{FF2B5EF4-FFF2-40B4-BE49-F238E27FC236}">
                <a16:creationId xmlns:a16="http://schemas.microsoft.com/office/drawing/2014/main" id="{87BDDC91-C4B3-6AEA-CB7E-912BDD433574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5" name="A_Cat2_1000">
            <a:extLst>
              <a:ext uri="{FF2B5EF4-FFF2-40B4-BE49-F238E27FC236}">
                <a16:creationId xmlns:a16="http://schemas.microsoft.com/office/drawing/2014/main" id="{54712E14-0C98-3578-3FED-977767BF7B8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Alicia Keys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23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200">
            <a:extLst>
              <a:ext uri="{FF2B5EF4-FFF2-40B4-BE49-F238E27FC236}">
                <a16:creationId xmlns:a16="http://schemas.microsoft.com/office/drawing/2014/main" id="{C7352436-F338-992D-D032-142D708DD524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humorous observation or remark delivered directly to the audience as part of a set.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38;p28">
            <a:extLst>
              <a:ext uri="{FF2B5EF4-FFF2-40B4-BE49-F238E27FC236}">
                <a16:creationId xmlns:a16="http://schemas.microsoft.com/office/drawing/2014/main" id="{202A204D-9360-C2F1-E317-6FCD79798BFB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3 · </a:t>
            </a:r>
            <a:r>
              <a:rPr lang="es-MX" dirty="0">
                <a:solidFill>
                  <a:srgbClr val="FFC319"/>
                </a:solidFill>
              </a:rPr>
              <a:t>$200</a:t>
            </a:r>
          </a:p>
        </p:txBody>
      </p:sp>
      <p:sp>
        <p:nvSpPr>
          <p:cNvPr id="5" name="A_Cat3_200">
            <a:extLst>
              <a:ext uri="{FF2B5EF4-FFF2-40B4-BE49-F238E27FC236}">
                <a16:creationId xmlns:a16="http://schemas.microsoft.com/office/drawing/2014/main" id="{95C1476A-3BF6-56AD-B43B-AB310C69C2CC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zinger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2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3_400">
            <a:extLst>
              <a:ext uri="{FF2B5EF4-FFF2-40B4-BE49-F238E27FC236}">
                <a16:creationId xmlns:a16="http://schemas.microsoft.com/office/drawing/2014/main" id="{3D2D842C-B5AC-C1A9-8A46-F8C6F5E8A0B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short, often humorous, segment that interrupts the main show for a quick gag.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44;p29">
            <a:extLst>
              <a:ext uri="{FF2B5EF4-FFF2-40B4-BE49-F238E27FC236}">
                <a16:creationId xmlns:a16="http://schemas.microsoft.com/office/drawing/2014/main" id="{646BA6FF-A390-A766-BE9A-9DE72222FD9C}"/>
              </a:ext>
            </a:extLst>
          </p:cNvPr>
          <p:cNvSpPr txBox="1">
            <a:spLocks/>
          </p:cNvSpPr>
          <p:nvPr/>
        </p:nvSpPr>
        <p:spPr>
          <a:xfrm>
            <a:off x="1038650" y="636637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3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2" name="A_Cat3_400">
            <a:extLst>
              <a:ext uri="{FF2B5EF4-FFF2-40B4-BE49-F238E27FC236}">
                <a16:creationId xmlns:a16="http://schemas.microsoft.com/office/drawing/2014/main" id="{66BF806B-B0FB-6C9F-CB75-2DF7DF6580AF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bit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600">
            <a:extLst>
              <a:ext uri="{FF2B5EF4-FFF2-40B4-BE49-F238E27FC236}">
                <a16:creationId xmlns:a16="http://schemas.microsoft.com/office/drawing/2014/main" id="{0F30CE94-684F-7C03-1239-78CC38E4E36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She was the first woman to host a late-night talk show on a major network.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50;p30">
            <a:extLst>
              <a:ext uri="{FF2B5EF4-FFF2-40B4-BE49-F238E27FC236}">
                <a16:creationId xmlns:a16="http://schemas.microsoft.com/office/drawing/2014/main" id="{3C860C8A-4EA9-9A0A-D30C-F090BDEE53DF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3_600">
            <a:extLst>
              <a:ext uri="{FF2B5EF4-FFF2-40B4-BE49-F238E27FC236}">
                <a16:creationId xmlns:a16="http://schemas.microsoft.com/office/drawing/2014/main" id="{607A3982-D77A-73B6-EA54-87F3D0EF0401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Joan Rivers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18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800">
            <a:extLst>
              <a:ext uri="{FF2B5EF4-FFF2-40B4-BE49-F238E27FC236}">
                <a16:creationId xmlns:a16="http://schemas.microsoft.com/office/drawing/2014/main" id="{FF7FA35E-25B4-9287-439B-E488F6E0123C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She brought a unique brand of physical comedy and impressions to a popular late-night sketch show.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56;p31">
            <a:extLst>
              <a:ext uri="{FF2B5EF4-FFF2-40B4-BE49-F238E27FC236}">
                <a16:creationId xmlns:a16="http://schemas.microsoft.com/office/drawing/2014/main" id="{D60994AD-FCA7-5D0F-3F78-72792C9B0CB2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3_800">
            <a:extLst>
              <a:ext uri="{FF2B5EF4-FFF2-40B4-BE49-F238E27FC236}">
                <a16:creationId xmlns:a16="http://schemas.microsoft.com/office/drawing/2014/main" id="{55B96608-02E5-E60B-E24D-CF06A5CC50B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Gilda Radner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04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3_1000">
            <a:extLst>
              <a:ext uri="{FF2B5EF4-FFF2-40B4-BE49-F238E27FC236}">
                <a16:creationId xmlns:a16="http://schemas.microsoft.com/office/drawing/2014/main" id="{4419230D-4140-0669-59FA-BED748209F84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artist famously performed his song 'Bohemian Rhapsody' live on a late-night show, introducing it to a new audience.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62;p32"/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2" name="A_Cat3_1000">
            <a:extLst>
              <a:ext uri="{FF2B5EF4-FFF2-40B4-BE49-F238E27FC236}">
                <a16:creationId xmlns:a16="http://schemas.microsoft.com/office/drawing/2014/main" id="{7AAFE64D-567D-57C4-D58A-7323243531CB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Queen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48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4_200">
            <a:extLst>
              <a:ext uri="{FF2B5EF4-FFF2-40B4-BE49-F238E27FC236}">
                <a16:creationId xmlns:a16="http://schemas.microsoft.com/office/drawing/2014/main" id="{C52E4453-6911-959D-E370-931B0C142CB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host often delivers this in their opening remarks, riffing on headlines from the day.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68;p33">
            <a:extLst>
              <a:ext uri="{FF2B5EF4-FFF2-40B4-BE49-F238E27FC236}">
                <a16:creationId xmlns:a16="http://schemas.microsoft.com/office/drawing/2014/main" id="{7077B8C8-AE5D-A7C1-9B7D-236CF4B4DDE6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2" name="A_Cat4_200">
            <a:extLst>
              <a:ext uri="{FF2B5EF4-FFF2-40B4-BE49-F238E27FC236}">
                <a16:creationId xmlns:a16="http://schemas.microsoft.com/office/drawing/2014/main" id="{0698FEE7-140C-2D2C-8327-AF999743D36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opening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400">
            <a:extLst>
              <a:ext uri="{FF2B5EF4-FFF2-40B4-BE49-F238E27FC236}">
                <a16:creationId xmlns:a16="http://schemas.microsoft.com/office/drawing/2014/main" id="{BCBE0FEB-8432-CFA1-7079-7977D4A9415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type of segment often involves the host interviewing an inanimate object or a fictional character.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68;p33">
            <a:extLst>
              <a:ext uri="{FF2B5EF4-FFF2-40B4-BE49-F238E27FC236}">
                <a16:creationId xmlns:a16="http://schemas.microsoft.com/office/drawing/2014/main" id="{F6CD7A12-525F-B893-401D-56298FC8CC8D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4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5" name="A_Cat4_400">
            <a:extLst>
              <a:ext uri="{FF2B5EF4-FFF2-40B4-BE49-F238E27FC236}">
                <a16:creationId xmlns:a16="http://schemas.microsoft.com/office/drawing/2014/main" id="{6AB5621B-7280-0133-99CD-D946A241046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man-on-the-street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93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600">
            <a:extLst>
              <a:ext uri="{FF2B5EF4-FFF2-40B4-BE49-F238E27FC236}">
                <a16:creationId xmlns:a16="http://schemas.microsoft.com/office/drawing/2014/main" id="{F77CC227-B36E-4DD4-5CF6-1368100871E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host is known for his distinctive laugh and his influential show that launched many careers.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80;p35">
            <a:extLst>
              <a:ext uri="{FF2B5EF4-FFF2-40B4-BE49-F238E27FC236}">
                <a16:creationId xmlns:a16="http://schemas.microsoft.com/office/drawing/2014/main" id="{DD36A881-79B9-E0B5-8413-B15528989DB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600">
            <a:extLst>
              <a:ext uri="{FF2B5EF4-FFF2-40B4-BE49-F238E27FC236}">
                <a16:creationId xmlns:a16="http://schemas.microsoft.com/office/drawing/2014/main" id="{D0B70C1F-5947-5391-DEFE-C43FC4A1FECB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Johnny Carson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5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800">
            <a:extLst>
              <a:ext uri="{FF2B5EF4-FFF2-40B4-BE49-F238E27FC236}">
                <a16:creationId xmlns:a16="http://schemas.microsoft.com/office/drawing/2014/main" id="{47EF696A-91DC-7714-868F-EF8DCC4C517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actor was a breakout star from a show known for its political satire and impressionists.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86;p36">
            <a:extLst>
              <a:ext uri="{FF2B5EF4-FFF2-40B4-BE49-F238E27FC236}">
                <a16:creationId xmlns:a16="http://schemas.microsoft.com/office/drawing/2014/main" id="{DB5EDBAB-0B49-6CD4-65BF-E7DE5B8A577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800">
            <a:extLst>
              <a:ext uri="{FF2B5EF4-FFF2-40B4-BE49-F238E27FC236}">
                <a16:creationId xmlns:a16="http://schemas.microsoft.com/office/drawing/2014/main" id="{C254BF64-06A0-0982-3176-9E126223EE24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Eddie Murphy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80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1000">
            <a:extLst>
              <a:ext uri="{FF2B5EF4-FFF2-40B4-BE49-F238E27FC236}">
                <a16:creationId xmlns:a16="http://schemas.microsoft.com/office/drawing/2014/main" id="{E2C4DCA8-1E79-84DA-B094-03F726479B1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iconic band made their US television debut on a popular late-night program, cementing their global fame.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92;p37">
            <a:extLst>
              <a:ext uri="{FF2B5EF4-FFF2-40B4-BE49-F238E27FC236}">
                <a16:creationId xmlns:a16="http://schemas.microsoft.com/office/drawing/2014/main" id="{C2247E0B-46F1-1C18-FD52-7BEDF8D71459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1000">
            <a:extLst>
              <a:ext uri="{FF2B5EF4-FFF2-40B4-BE49-F238E27FC236}">
                <a16:creationId xmlns:a16="http://schemas.microsoft.com/office/drawing/2014/main" id="{0368C692-5430-3A0C-F107-DE679236CC6A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Beatles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87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200">
            <a:extLst>
              <a:ext uri="{FF2B5EF4-FFF2-40B4-BE49-F238E27FC236}">
                <a16:creationId xmlns:a16="http://schemas.microsoft.com/office/drawing/2014/main" id="{E4EE4AEF-E29D-3490-00A5-7A9D19887FF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Before the guests arrive, the host uses this opportunity to warm up the crowd and deliver topical humor.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98;p38">
            <a:extLst>
              <a:ext uri="{FF2B5EF4-FFF2-40B4-BE49-F238E27FC236}">
                <a16:creationId xmlns:a16="http://schemas.microsoft.com/office/drawing/2014/main" id="{4938B789-5EFD-1E63-5CF4-D190600BA0DE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200">
            <a:extLst>
              <a:ext uri="{FF2B5EF4-FFF2-40B4-BE49-F238E27FC236}">
                <a16:creationId xmlns:a16="http://schemas.microsoft.com/office/drawing/2014/main" id="{EA81D9AC-1CC7-2F21-BFC4-F12848AC4EC1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stand-up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8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400">
            <a:extLst>
              <a:ext uri="{FF2B5EF4-FFF2-40B4-BE49-F238E27FC236}">
                <a16:creationId xmlns:a16="http://schemas.microsoft.com/office/drawing/2014/main" id="{C729DDD9-540F-B056-54C2-08A4D687A643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popular bit where the host and their band perform a song related to the day's news or a guest.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404;p39">
            <a:extLst>
              <a:ext uri="{FF2B5EF4-FFF2-40B4-BE49-F238E27FC236}">
                <a16:creationId xmlns:a16="http://schemas.microsoft.com/office/drawing/2014/main" id="{D3899B09-A805-AE30-7D73-45D3D1D4D185}"/>
              </a:ext>
            </a:extLst>
          </p:cNvPr>
          <p:cNvSpPr txBox="1">
            <a:spLocks/>
          </p:cNvSpPr>
          <p:nvPr/>
        </p:nvSpPr>
        <p:spPr>
          <a:xfrm>
            <a:off x="1038650" y="646469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$400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400">
            <a:extLst>
              <a:ext uri="{FF2B5EF4-FFF2-40B4-BE49-F238E27FC236}">
                <a16:creationId xmlns:a16="http://schemas.microsoft.com/office/drawing/2014/main" id="{27170BA1-376D-C023-8976-B6E6EDEA8349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viral song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44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600">
            <a:extLst>
              <a:ext uri="{FF2B5EF4-FFF2-40B4-BE49-F238E27FC236}">
                <a16:creationId xmlns:a16="http://schemas.microsoft.com/office/drawing/2014/main" id="{A1C2B3A7-3B45-73DA-0A30-8620119643E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host, who originally helmed a morning show, became famous for his sharp wit and interviews with politicians and celebrities alike.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410;p40">
            <a:extLst>
              <a:ext uri="{FF2B5EF4-FFF2-40B4-BE49-F238E27FC236}">
                <a16:creationId xmlns:a16="http://schemas.microsoft.com/office/drawing/2014/main" id="{DCDF95E1-982C-1656-C64F-3CD7E588683D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5_600">
            <a:extLst>
              <a:ext uri="{FF2B5EF4-FFF2-40B4-BE49-F238E27FC236}">
                <a16:creationId xmlns:a16="http://schemas.microsoft.com/office/drawing/2014/main" id="{49DE5302-4CF4-52A5-0662-D3468FDD1312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Conan O'Brien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13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5_800">
            <a:extLst>
              <a:ext uri="{FF2B5EF4-FFF2-40B4-BE49-F238E27FC236}">
                <a16:creationId xmlns:a16="http://schemas.microsoft.com/office/drawing/2014/main" id="{2D48FA29-4EA4-9685-5F94-EF38AEA25BDD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character archetype often played on sketch shows, known for being overly enthusiastic or quirky.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416;p41">
            <a:extLst>
              <a:ext uri="{FF2B5EF4-FFF2-40B4-BE49-F238E27FC236}">
                <a16:creationId xmlns:a16="http://schemas.microsoft.com/office/drawing/2014/main" id="{9287D550-5E06-80A1-B3C2-65EB9ACF47E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800">
            <a:extLst>
              <a:ext uri="{FF2B5EF4-FFF2-40B4-BE49-F238E27FC236}">
                <a16:creationId xmlns:a16="http://schemas.microsoft.com/office/drawing/2014/main" id="{5084EFA8-7D47-4C58-50A6-B96C777688C6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quirky character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10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5_1000">
            <a:extLst>
              <a:ext uri="{FF2B5EF4-FFF2-40B4-BE49-F238E27FC236}">
                <a16:creationId xmlns:a16="http://schemas.microsoft.com/office/drawing/2014/main" id="{3301FCBD-9D0E-CF59-96D1-6461DB3E9D7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artist is known for his elaborate performances and has been a frequent guest on late-night shows, often debuting new material.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422;p42">
            <a:extLst>
              <a:ext uri="{FF2B5EF4-FFF2-40B4-BE49-F238E27FC236}">
                <a16:creationId xmlns:a16="http://schemas.microsoft.com/office/drawing/2014/main" id="{5B111F14-719D-097C-1A35-5A799411D96E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5_1000">
            <a:extLst>
              <a:ext uri="{FF2B5EF4-FFF2-40B4-BE49-F238E27FC236}">
                <a16:creationId xmlns:a16="http://schemas.microsoft.com/office/drawing/2014/main" id="{4CEE33D6-6A2B-20B4-2162-AF137D3AD6C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Taylor Swift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1028025" y="857851"/>
            <a:ext cx="7081800" cy="1528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2400" dirty="0"/>
              <a:t>TOPIC</a:t>
            </a:r>
            <a:r>
              <a:rPr lang="en" dirty="0"/>
              <a:t/>
            </a:r>
            <a:br>
              <a:rPr lang="en" dirty="0"/>
            </a:br>
            <a:endParaRPr dirty="0">
              <a:solidFill>
                <a:srgbClr val="FFC000"/>
              </a:solidFill>
            </a:endParaRPr>
          </a:p>
        </p:txBody>
      </p:sp>
      <p:pic>
        <p:nvPicPr>
          <p:cNvPr id="2" name="jeopardy-final-jeopardy-thinking-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81950" y="3898199"/>
            <a:ext cx="609600" cy="609600"/>
          </a:xfrm>
          <a:prstGeom prst="rect">
            <a:avLst/>
          </a:prstGeom>
        </p:spPr>
      </p:pic>
      <p:sp>
        <p:nvSpPr>
          <p:cNvPr id="3" name="Google Shape;428;p43">
            <a:extLst>
              <a:ext uri="{FF2B5EF4-FFF2-40B4-BE49-F238E27FC236}">
                <a16:creationId xmlns:a16="http://schemas.microsoft.com/office/drawing/2014/main" id="{385CAB8D-6743-E672-C7A3-A1507E19B218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What’s your Bet?</a:t>
            </a:r>
          </a:p>
        </p:txBody>
      </p:sp>
      <p:sp>
        <p:nvSpPr>
          <p:cNvPr id="7" name="FinalJeopardyTopic">
            <a:extLst>
              <a:ext uri="{FF2B5EF4-FFF2-40B4-BE49-F238E27FC236}">
                <a16:creationId xmlns:a16="http://schemas.microsoft.com/office/drawing/2014/main" id="{C7EA9C49-A5B6-B87E-8FE0-D1E5C2C1FE9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Longest Running Shows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jeopardy-final-jeopardy-thinking-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981950" y="3874946"/>
            <a:ext cx="609600" cy="609600"/>
          </a:xfrm>
          <a:prstGeom prst="rect">
            <a:avLst/>
          </a:prstGeom>
        </p:spPr>
      </p:pic>
      <p:sp>
        <p:nvSpPr>
          <p:cNvPr id="3" name="Google Shape;428;p43">
            <a:extLst>
              <a:ext uri="{FF2B5EF4-FFF2-40B4-BE49-F238E27FC236}">
                <a16:creationId xmlns:a16="http://schemas.microsoft.com/office/drawing/2014/main" id="{3F596F3B-B776-798C-DC85-E79B12C7F33B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The Question</a:t>
            </a:r>
          </a:p>
        </p:txBody>
      </p:sp>
      <p:sp>
        <p:nvSpPr>
          <p:cNvPr id="6" name="FinalJeopardyClue">
            <a:extLst>
              <a:ext uri="{FF2B5EF4-FFF2-40B4-BE49-F238E27FC236}">
                <a16:creationId xmlns:a16="http://schemas.microsoft.com/office/drawing/2014/main" id="{E4B35D02-3D5F-5B3D-DDDF-257AFD59C89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show, which premiered in 1975, is the longest-running television program in the United States and has been hosted by Carson, Leno, and Fallon.</a:t>
            </a:r>
            <a:endParaRPr lang="es-MX" sz="4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D4520-CABA-8E62-B8C9-9B751F424A53}"/>
              </a:ext>
            </a:extLst>
          </p:cNvPr>
          <p:cNvSpPr/>
          <p:nvPr/>
        </p:nvSpPr>
        <p:spPr>
          <a:xfrm>
            <a:off x="508363" y="4739149"/>
            <a:ext cx="8127274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7BFB16C7-5EA8-67A2-9AE6-4F93103D0F79}"/>
              </a:ext>
            </a:extLst>
          </p:cNvPr>
          <p:cNvSpPr/>
          <p:nvPr/>
        </p:nvSpPr>
        <p:spPr>
          <a:xfrm>
            <a:off x="7903936" y="3024052"/>
            <a:ext cx="1240064" cy="14334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6" dur="31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6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1333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ixkit-game-show-buzz-in-309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e-over-385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25897" y="1962150"/>
            <a:ext cx="609600" cy="609600"/>
          </a:xfrm>
          <a:prstGeom prst="rect">
            <a:avLst/>
          </a:prstGeom>
        </p:spPr>
      </p:pic>
      <p:sp>
        <p:nvSpPr>
          <p:cNvPr id="5" name="Google Shape;428;p43">
            <a:extLst>
              <a:ext uri="{FF2B5EF4-FFF2-40B4-BE49-F238E27FC236}">
                <a16:creationId xmlns:a16="http://schemas.microsoft.com/office/drawing/2014/main" id="{2860B4C3-2194-A370-C87D-CD81020D9977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The Answer</a:t>
            </a:r>
          </a:p>
        </p:txBody>
      </p:sp>
      <p:sp>
        <p:nvSpPr>
          <p:cNvPr id="4" name="FinalJeopardyAnswer">
            <a:extLst>
              <a:ext uri="{FF2B5EF4-FFF2-40B4-BE49-F238E27FC236}">
                <a16:creationId xmlns:a16="http://schemas.microsoft.com/office/drawing/2014/main" id="{AFD9CF68-84A9-44A0-A61B-EE0843BCF56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Tonight Show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2428664" y="2024965"/>
            <a:ext cx="4286664" cy="12434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Winner!</a:t>
            </a:r>
          </a:p>
        </p:txBody>
      </p:sp>
      <p:pic>
        <p:nvPicPr>
          <p:cNvPr id="2" name="app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36502" y="2024964"/>
            <a:ext cx="1424291" cy="1424291"/>
          </a:xfrm>
          <a:prstGeom prst="rect">
            <a:avLst/>
          </a:prstGeom>
        </p:spPr>
      </p:pic>
      <p:pic>
        <p:nvPicPr>
          <p:cNvPr id="5" name="app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383199" y="1934536"/>
            <a:ext cx="1424291" cy="1424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1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1022525" y="1391596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6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</a:rPr>
              <a:t>Special thanks to the creator of the graphics, flow &amp; layout: </a:t>
            </a:r>
            <a:r>
              <a:rPr lang="en" sz="1600" u="sng" dirty="0">
                <a:solidFill>
                  <a:schemeClr val="hlink"/>
                </a:solidFill>
                <a:hlinkClick r:id="rId3"/>
              </a:rPr>
              <a:t>SlidesCarnival</a:t>
            </a:r>
            <a:endParaRPr lang="en" sz="1600" u="sng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600" u="sng" dirty="0">
              <a:solidFill>
                <a:schemeClr val="hlink"/>
              </a:solidFill>
            </a:endParaRPr>
          </a:p>
          <a:p>
            <a:pPr marL="0"/>
            <a:r>
              <a:rPr lang="en-US" sz="1600" dirty="0" err="1">
                <a:solidFill>
                  <a:schemeClr val="bg1"/>
                </a:solidFill>
              </a:rPr>
              <a:t>Jeoparty</a:t>
            </a:r>
            <a:r>
              <a:rPr lang="en-US" sz="1600" dirty="0">
                <a:solidFill>
                  <a:schemeClr val="bg1"/>
                </a:solidFill>
              </a:rPr>
              <a:t> sounds from </a:t>
            </a:r>
            <a:r>
              <a:rPr lang="en-US" sz="1600" dirty="0" err="1">
                <a:solidFill>
                  <a:schemeClr val="bg1"/>
                </a:solidFill>
                <a:hlinkClick r:id="rId4"/>
              </a:rPr>
              <a:t>Myinstants</a:t>
            </a:r>
            <a:endParaRPr lang="en-US" sz="1600" dirty="0">
              <a:solidFill>
                <a:schemeClr val="bg1"/>
              </a:solidFill>
            </a:endParaRPr>
          </a:p>
          <a:p>
            <a:pPr marL="0" lvl="0"/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0" lvl="0"/>
            <a:r>
              <a:rPr lang="en-US" sz="1600" dirty="0">
                <a:solidFill>
                  <a:schemeClr val="bg1"/>
                </a:solidFill>
              </a:rPr>
              <a:t>Scoreboard, AI prompts, scripts and file linkage by </a:t>
            </a:r>
            <a:r>
              <a:rPr lang="en-US" sz="1600" dirty="0">
                <a:solidFill>
                  <a:schemeClr val="bg1"/>
                </a:solidFill>
                <a:hlinkClick r:id="rId5"/>
              </a:rPr>
              <a:t>Jeff Gillon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15FE2-23D1-A8CA-6801-5DDE1FD87B7A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QUESTIONS (hidden)</a:t>
            </a:r>
          </a:p>
        </p:txBody>
      </p:sp>
      <p:sp>
        <p:nvSpPr>
          <p:cNvPr id="3" name="Data_Cat1">
            <a:extLst>
              <a:ext uri="{FF2B5EF4-FFF2-40B4-BE49-F238E27FC236}">
                <a16:creationId xmlns:a16="http://schemas.microsoft.com/office/drawing/2014/main" id="{00120CBB-2228-9844-D4F5-CC3B6475A56D}"/>
              </a:ext>
            </a:extLst>
          </p:cNvPr>
          <p:cNvSpPr txBox="1"/>
          <p:nvPr/>
        </p:nvSpPr>
        <p:spPr>
          <a:xfrm>
            <a:off x="1270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Monologue Masters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4" name="Data_Cat2">
            <a:extLst>
              <a:ext uri="{FF2B5EF4-FFF2-40B4-BE49-F238E27FC236}">
                <a16:creationId xmlns:a16="http://schemas.microsoft.com/office/drawing/2014/main" id="{0D28E156-39B4-F13A-1071-20836ECFF6B1}"/>
              </a:ext>
            </a:extLst>
          </p:cNvPr>
          <p:cNvSpPr txBox="1"/>
          <p:nvPr/>
        </p:nvSpPr>
        <p:spPr>
          <a:xfrm>
            <a:off x="2794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Late Night Staples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5" name="Data_Cat3">
            <a:extLst>
              <a:ext uri="{FF2B5EF4-FFF2-40B4-BE49-F238E27FC236}">
                <a16:creationId xmlns:a16="http://schemas.microsoft.com/office/drawing/2014/main" id="{B20218CE-C257-056B-0FB4-E438F9DFF025}"/>
              </a:ext>
            </a:extLst>
          </p:cNvPr>
          <p:cNvSpPr txBox="1"/>
          <p:nvPr/>
        </p:nvSpPr>
        <p:spPr>
          <a:xfrm>
            <a:off x="4318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Iconic Hosts</a:t>
            </a:r>
          </a:p>
        </p:txBody>
      </p:sp>
      <p:sp>
        <p:nvSpPr>
          <p:cNvPr id="6" name="Data_Cat4">
            <a:extLst>
              <a:ext uri="{FF2B5EF4-FFF2-40B4-BE49-F238E27FC236}">
                <a16:creationId xmlns:a16="http://schemas.microsoft.com/office/drawing/2014/main" id="{B830B26E-8C04-6952-CDEF-6C363B54CE5F}"/>
              </a:ext>
            </a:extLst>
          </p:cNvPr>
          <p:cNvSpPr txBox="1"/>
          <p:nvPr/>
        </p:nvSpPr>
        <p:spPr>
          <a:xfrm>
            <a:off x="5842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Sketch Comedy Stars</a:t>
            </a:r>
          </a:p>
        </p:txBody>
      </p:sp>
      <p:sp>
        <p:nvSpPr>
          <p:cNvPr id="7" name="Data_Cat5">
            <a:extLst>
              <a:ext uri="{FF2B5EF4-FFF2-40B4-BE49-F238E27FC236}">
                <a16:creationId xmlns:a16="http://schemas.microsoft.com/office/drawing/2014/main" id="{66458C69-63E5-5A3D-C80B-9760E615ACD4}"/>
              </a:ext>
            </a:extLst>
          </p:cNvPr>
          <p:cNvSpPr txBox="1"/>
          <p:nvPr/>
        </p:nvSpPr>
        <p:spPr>
          <a:xfrm>
            <a:off x="7366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Musical Guests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8C4DA-281E-FB6F-B6AB-DF372573BCB0}"/>
              </a:ext>
            </a:extLst>
          </p:cNvPr>
          <p:cNvSpPr txBox="1"/>
          <p:nvPr/>
        </p:nvSpPr>
        <p:spPr>
          <a:xfrm>
            <a:off x="254000" y="67040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 dirty="0">
                <a:solidFill>
                  <a:srgbClr val="C8C864"/>
                </a:solidFill>
              </a:rPr>
              <a:t>200</a:t>
            </a:r>
          </a:p>
        </p:txBody>
      </p:sp>
      <p:sp>
        <p:nvSpPr>
          <p:cNvPr id="9" name="Data_Q_Cat1_200">
            <a:extLst>
              <a:ext uri="{FF2B5EF4-FFF2-40B4-BE49-F238E27FC236}">
                <a16:creationId xmlns:a16="http://schemas.microsoft.com/office/drawing/2014/main" id="{B649E3DF-B3B5-D333-4472-8EBD8CBF2A47}"/>
              </a:ext>
            </a:extLst>
          </p:cNvPr>
          <p:cNvSpPr txBox="1"/>
          <p:nvPr/>
        </p:nvSpPr>
        <p:spPr>
          <a:xfrm>
            <a:off x="1270000" y="666652"/>
            <a:ext cx="1460500" cy="85943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is often the first segment of a late-night talk show, where the host addresses the audience directly and comments on current events.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0" name="Data_Q_Cat2_200">
            <a:extLst>
              <a:ext uri="{FF2B5EF4-FFF2-40B4-BE49-F238E27FC236}">
                <a16:creationId xmlns:a16="http://schemas.microsoft.com/office/drawing/2014/main" id="{1196126C-8ABB-3A9A-CB1C-20CE9E8A31AE}"/>
              </a:ext>
            </a:extLst>
          </p:cNvPr>
          <p:cNvSpPr txBox="1"/>
          <p:nvPr/>
        </p:nvSpPr>
        <p:spPr>
          <a:xfrm>
            <a:off x="2794000" y="670399"/>
            <a:ext cx="1460500" cy="85943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type of joke often involves wordplay and is a common element in monologues.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1" name="Data_Q_Cat3_200">
            <a:extLst>
              <a:ext uri="{FF2B5EF4-FFF2-40B4-BE49-F238E27FC236}">
                <a16:creationId xmlns:a16="http://schemas.microsoft.com/office/drawing/2014/main" id="{A0214CF9-670B-B3A5-9F32-295AAC3A994E}"/>
              </a:ext>
            </a:extLst>
          </p:cNvPr>
          <p:cNvSpPr txBox="1"/>
          <p:nvPr/>
        </p:nvSpPr>
        <p:spPr>
          <a:xfrm>
            <a:off x="4318000" y="670399"/>
            <a:ext cx="1460500" cy="85943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humorous observation or remark delivered directly to the audience as part of a set.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2" name="Data_Q_Cat4_200">
            <a:extLst>
              <a:ext uri="{FF2B5EF4-FFF2-40B4-BE49-F238E27FC236}">
                <a16:creationId xmlns:a16="http://schemas.microsoft.com/office/drawing/2014/main" id="{FB0298FF-DF88-F006-E20D-BDC5F028CA71}"/>
              </a:ext>
            </a:extLst>
          </p:cNvPr>
          <p:cNvSpPr txBox="1"/>
          <p:nvPr/>
        </p:nvSpPr>
        <p:spPr>
          <a:xfrm>
            <a:off x="5842000" y="670399"/>
            <a:ext cx="1460500" cy="85943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The host often delivers this in their opening remarks, riffing on headlines from the day.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3" name="Data_Q_Cat5_200">
            <a:extLst>
              <a:ext uri="{FF2B5EF4-FFF2-40B4-BE49-F238E27FC236}">
                <a16:creationId xmlns:a16="http://schemas.microsoft.com/office/drawing/2014/main" id="{3D9CC72F-631F-B6F9-E318-E03B91479831}"/>
              </a:ext>
            </a:extLst>
          </p:cNvPr>
          <p:cNvSpPr txBox="1"/>
          <p:nvPr/>
        </p:nvSpPr>
        <p:spPr>
          <a:xfrm>
            <a:off x="7366000" y="670400"/>
            <a:ext cx="1460500" cy="859432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Before the guests arrive, the host uses this opportunity to warm up the crowd and deliver topical humor.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BAABB-78FF-6072-8B03-5A9D51A8A361}"/>
              </a:ext>
            </a:extLst>
          </p:cNvPr>
          <p:cNvSpPr txBox="1"/>
          <p:nvPr/>
        </p:nvSpPr>
        <p:spPr>
          <a:xfrm>
            <a:off x="254000" y="156731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400</a:t>
            </a:r>
          </a:p>
        </p:txBody>
      </p:sp>
      <p:sp>
        <p:nvSpPr>
          <p:cNvPr id="15" name="Data_Q_Cat1_400">
            <a:extLst>
              <a:ext uri="{FF2B5EF4-FFF2-40B4-BE49-F238E27FC236}">
                <a16:creationId xmlns:a16="http://schemas.microsoft.com/office/drawing/2014/main" id="{96446277-B2C0-F643-5C96-C311D5EE9AF2}"/>
              </a:ext>
            </a:extLst>
          </p:cNvPr>
          <p:cNvSpPr txBox="1"/>
          <p:nvPr/>
        </p:nvSpPr>
        <p:spPr>
          <a:xfrm>
            <a:off x="1270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recurring segment featuring audience members or guests participating in a game or activity.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6" name="Data_Q_Cat2_400">
            <a:extLst>
              <a:ext uri="{FF2B5EF4-FFF2-40B4-BE49-F238E27FC236}">
                <a16:creationId xmlns:a16="http://schemas.microsoft.com/office/drawing/2014/main" id="{08B948FC-905A-4AE9-2A60-C2685A6DDBAF}"/>
              </a:ext>
            </a:extLst>
          </p:cNvPr>
          <p:cNvSpPr txBox="1"/>
          <p:nvPr/>
        </p:nvSpPr>
        <p:spPr>
          <a:xfrm>
            <a:off x="2794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prop is often used by hosts to point at graphics or illustrate jokes during their opening remarks.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7" name="Data_Q_Cat3_400">
            <a:extLst>
              <a:ext uri="{FF2B5EF4-FFF2-40B4-BE49-F238E27FC236}">
                <a16:creationId xmlns:a16="http://schemas.microsoft.com/office/drawing/2014/main" id="{48058BD9-F0DF-3D8E-8C10-9A2D1BE0970D}"/>
              </a:ext>
            </a:extLst>
          </p:cNvPr>
          <p:cNvSpPr txBox="1"/>
          <p:nvPr/>
        </p:nvSpPr>
        <p:spPr>
          <a:xfrm>
            <a:off x="4318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short, often humorous, segment that interrupts the main show for a quick gag.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8" name="Data_Q_Cat4_400">
            <a:extLst>
              <a:ext uri="{FF2B5EF4-FFF2-40B4-BE49-F238E27FC236}">
                <a16:creationId xmlns:a16="http://schemas.microsoft.com/office/drawing/2014/main" id="{5CE36236-FCBC-5311-88F3-774DE02D10D6}"/>
              </a:ext>
            </a:extLst>
          </p:cNvPr>
          <p:cNvSpPr txBox="1"/>
          <p:nvPr/>
        </p:nvSpPr>
        <p:spPr>
          <a:xfrm>
            <a:off x="5842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type of segment often involves the host interviewing an inanimate object or a fictional character.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9" name="Data_Q_Cat5_400">
            <a:extLst>
              <a:ext uri="{FF2B5EF4-FFF2-40B4-BE49-F238E27FC236}">
                <a16:creationId xmlns:a16="http://schemas.microsoft.com/office/drawing/2014/main" id="{CA92F712-2DCB-06E4-5007-600766E65134}"/>
              </a:ext>
            </a:extLst>
          </p:cNvPr>
          <p:cNvSpPr txBox="1"/>
          <p:nvPr/>
        </p:nvSpPr>
        <p:spPr>
          <a:xfrm>
            <a:off x="7366000" y="1567309"/>
            <a:ext cx="1460500" cy="859432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popular bit where the host and their band perform a song related to the day's news or a guest.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3D0450-72E6-5051-FFA5-A99123E3E3FD}"/>
              </a:ext>
            </a:extLst>
          </p:cNvPr>
          <p:cNvSpPr txBox="1"/>
          <p:nvPr/>
        </p:nvSpPr>
        <p:spPr>
          <a:xfrm>
            <a:off x="254000" y="245672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600</a:t>
            </a:r>
          </a:p>
        </p:txBody>
      </p:sp>
      <p:sp>
        <p:nvSpPr>
          <p:cNvPr id="21" name="Data_Q_Cat1_600">
            <a:extLst>
              <a:ext uri="{FF2B5EF4-FFF2-40B4-BE49-F238E27FC236}">
                <a16:creationId xmlns:a16="http://schemas.microsoft.com/office/drawing/2014/main" id="{9CA6F47A-1B44-5564-1983-BBFAB87A3D2C}"/>
              </a:ext>
            </a:extLst>
          </p:cNvPr>
          <p:cNvSpPr txBox="1"/>
          <p:nvPr/>
        </p:nvSpPr>
        <p:spPr>
          <a:xfrm>
            <a:off x="1270000" y="2456724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Known for his signature 'How you doin'?' greeting and his long-running NBC program.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22" name="Data_Q_Cat2_600">
            <a:extLst>
              <a:ext uri="{FF2B5EF4-FFF2-40B4-BE49-F238E27FC236}">
                <a16:creationId xmlns:a16="http://schemas.microsoft.com/office/drawing/2014/main" id="{FC826D82-1DF2-1A6D-C17C-C39B3596E343}"/>
              </a:ext>
            </a:extLst>
          </p:cNvPr>
          <p:cNvSpPr txBox="1"/>
          <p:nvPr/>
        </p:nvSpPr>
        <p:spPr>
          <a:xfrm>
            <a:off x="2794000" y="2456724"/>
            <a:ext cx="1460500" cy="85943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veteran host, famous for his casual style and interviews, began his career in local New York television.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3" name="Data_Q_Cat3_600">
            <a:extLst>
              <a:ext uri="{FF2B5EF4-FFF2-40B4-BE49-F238E27FC236}">
                <a16:creationId xmlns:a16="http://schemas.microsoft.com/office/drawing/2014/main" id="{A877040C-8AA9-925A-21B6-2EB0BE44F91F}"/>
              </a:ext>
            </a:extLst>
          </p:cNvPr>
          <p:cNvSpPr txBox="1"/>
          <p:nvPr/>
        </p:nvSpPr>
        <p:spPr>
          <a:xfrm>
            <a:off x="4318000" y="2456724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She was the first woman to host a late-night talk show on a major network.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4" name="Data_Q_Cat4_600">
            <a:extLst>
              <a:ext uri="{FF2B5EF4-FFF2-40B4-BE49-F238E27FC236}">
                <a16:creationId xmlns:a16="http://schemas.microsoft.com/office/drawing/2014/main" id="{7709A3D8-DD16-A960-BB9E-7D69B1C84DD3}"/>
              </a:ext>
            </a:extLst>
          </p:cNvPr>
          <p:cNvSpPr txBox="1"/>
          <p:nvPr/>
        </p:nvSpPr>
        <p:spPr>
          <a:xfrm>
            <a:off x="5842000" y="2456724"/>
            <a:ext cx="1460500" cy="85193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host is known for his distinctive laugh and his influential show that launched many careers.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5" name="Data_Q_Cat5_600">
            <a:extLst>
              <a:ext uri="{FF2B5EF4-FFF2-40B4-BE49-F238E27FC236}">
                <a16:creationId xmlns:a16="http://schemas.microsoft.com/office/drawing/2014/main" id="{889A36CB-5A97-EA70-8FDC-EB4D4D6722A9}"/>
              </a:ext>
            </a:extLst>
          </p:cNvPr>
          <p:cNvSpPr txBox="1"/>
          <p:nvPr/>
        </p:nvSpPr>
        <p:spPr>
          <a:xfrm>
            <a:off x="7366000" y="2456725"/>
            <a:ext cx="1460500" cy="85193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host, who originally helmed a morning show, became famous for his sharp wit and interviews with politicians and celebrities alike.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3CAA4B-2315-9024-F9BF-8CAC335633DA}"/>
              </a:ext>
            </a:extLst>
          </p:cNvPr>
          <p:cNvSpPr txBox="1"/>
          <p:nvPr/>
        </p:nvSpPr>
        <p:spPr>
          <a:xfrm>
            <a:off x="254000" y="33536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 dirty="0">
                <a:solidFill>
                  <a:srgbClr val="C8C864"/>
                </a:solidFill>
              </a:rPr>
              <a:t>800</a:t>
            </a:r>
          </a:p>
        </p:txBody>
      </p:sp>
      <p:sp>
        <p:nvSpPr>
          <p:cNvPr id="27" name="Data_Q_Cat1_800">
            <a:extLst>
              <a:ext uri="{FF2B5EF4-FFF2-40B4-BE49-F238E27FC236}">
                <a16:creationId xmlns:a16="http://schemas.microsoft.com/office/drawing/2014/main" id="{FD2215CE-2C1C-279D-730E-C88A204740A5}"/>
              </a:ext>
            </a:extLst>
          </p:cNvPr>
          <p:cNvSpPr txBox="1"/>
          <p:nvPr/>
        </p:nvSpPr>
        <p:spPr>
          <a:xfrm>
            <a:off x="1270000" y="3353635"/>
            <a:ext cx="1460500" cy="844447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He became famous for his recurring role as a grumpy old man on a popular sketch comedy show.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8" name="Data_Q_Cat2_800">
            <a:extLst>
              <a:ext uri="{FF2B5EF4-FFF2-40B4-BE49-F238E27FC236}">
                <a16:creationId xmlns:a16="http://schemas.microsoft.com/office/drawing/2014/main" id="{0C4ED6FF-8D4B-93B0-7C8F-08A8A2523943}"/>
              </a:ext>
            </a:extLst>
          </p:cNvPr>
          <p:cNvSpPr txBox="1"/>
          <p:nvPr/>
        </p:nvSpPr>
        <p:spPr>
          <a:xfrm>
            <a:off x="2794000" y="3353635"/>
            <a:ext cx="1460500" cy="84444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comedian's impersonations were a hallmark of his time on a seminal Saturday night sketch program.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9" name="Data_Q_Cat3_800">
            <a:extLst>
              <a:ext uri="{FF2B5EF4-FFF2-40B4-BE49-F238E27FC236}">
                <a16:creationId xmlns:a16="http://schemas.microsoft.com/office/drawing/2014/main" id="{13E9E987-3700-71A2-EE40-A793CAA6CE74}"/>
              </a:ext>
            </a:extLst>
          </p:cNvPr>
          <p:cNvSpPr txBox="1"/>
          <p:nvPr/>
        </p:nvSpPr>
        <p:spPr>
          <a:xfrm>
            <a:off x="4318000" y="3353635"/>
            <a:ext cx="1460500" cy="84444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She brought a unique brand of physical comedy and impressions to a popular late-night sketch show.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0" name="Data_Q_Cat4_800">
            <a:extLst>
              <a:ext uri="{FF2B5EF4-FFF2-40B4-BE49-F238E27FC236}">
                <a16:creationId xmlns:a16="http://schemas.microsoft.com/office/drawing/2014/main" id="{80FC84AA-F426-E7A5-60B7-AAC5D89B901D}"/>
              </a:ext>
            </a:extLst>
          </p:cNvPr>
          <p:cNvSpPr txBox="1"/>
          <p:nvPr/>
        </p:nvSpPr>
        <p:spPr>
          <a:xfrm>
            <a:off x="5842000" y="3353634"/>
            <a:ext cx="1460500" cy="84444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actor was a breakout star from a show known for its political satire and impressionists.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1" name="Data_Q_Cat5_800">
            <a:extLst>
              <a:ext uri="{FF2B5EF4-FFF2-40B4-BE49-F238E27FC236}">
                <a16:creationId xmlns:a16="http://schemas.microsoft.com/office/drawing/2014/main" id="{3354DF5F-EC39-1CB7-0201-A3AF90C2A595}"/>
              </a:ext>
            </a:extLst>
          </p:cNvPr>
          <p:cNvSpPr txBox="1"/>
          <p:nvPr/>
        </p:nvSpPr>
        <p:spPr>
          <a:xfrm>
            <a:off x="7366000" y="3353634"/>
            <a:ext cx="1460500" cy="84444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character archetype often played on sketch shows, known for being overly enthusiastic or quirky.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CD17AD-28ED-9EF2-C814-61EB2B695AB6}"/>
              </a:ext>
            </a:extLst>
          </p:cNvPr>
          <p:cNvSpPr txBox="1"/>
          <p:nvPr/>
        </p:nvSpPr>
        <p:spPr>
          <a:xfrm>
            <a:off x="254000" y="446790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1000</a:t>
            </a:r>
          </a:p>
        </p:txBody>
      </p:sp>
      <p:sp>
        <p:nvSpPr>
          <p:cNvPr id="33" name="Data_Q_Cat1_1000">
            <a:extLst>
              <a:ext uri="{FF2B5EF4-FFF2-40B4-BE49-F238E27FC236}">
                <a16:creationId xmlns:a16="http://schemas.microsoft.com/office/drawing/2014/main" id="{8FC9F937-9111-339D-6D80-7B2137F5EDF0}"/>
              </a:ext>
            </a:extLst>
          </p:cNvPr>
          <p:cNvSpPr txBox="1"/>
          <p:nvPr/>
        </p:nvSpPr>
        <p:spPr>
          <a:xfrm>
            <a:off x="1270000" y="4235557"/>
            <a:ext cx="1460500" cy="84444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musician has performed on The Tonight Show more than any other artist.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4" name="Data_Q_Cat2_1000">
            <a:extLst>
              <a:ext uri="{FF2B5EF4-FFF2-40B4-BE49-F238E27FC236}">
                <a16:creationId xmlns:a16="http://schemas.microsoft.com/office/drawing/2014/main" id="{9649B714-6FE4-C4E5-4142-E91BC7C2D233}"/>
              </a:ext>
            </a:extLst>
          </p:cNvPr>
          <p:cNvSpPr txBox="1"/>
          <p:nvPr/>
        </p:nvSpPr>
        <p:spPr>
          <a:xfrm>
            <a:off x="2794000" y="4243051"/>
            <a:ext cx="1460500" cy="82945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young artist broke barriers by performing on this show with a hip-hop beat to a classical aria.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5" name="Data_Q_Cat3_1000">
            <a:extLst>
              <a:ext uri="{FF2B5EF4-FFF2-40B4-BE49-F238E27FC236}">
                <a16:creationId xmlns:a16="http://schemas.microsoft.com/office/drawing/2014/main" id="{BB26F6DD-1727-B899-2BAD-FED8B0F5810E}"/>
              </a:ext>
            </a:extLst>
          </p:cNvPr>
          <p:cNvSpPr txBox="1"/>
          <p:nvPr/>
        </p:nvSpPr>
        <p:spPr>
          <a:xfrm>
            <a:off x="4318000" y="4244154"/>
            <a:ext cx="1460500" cy="83584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artist famously performed his song 'Bohemian Rhapsody' live on a late-night show, introducing it to a new audience.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36" name="Data_Q_Cat4_1000">
            <a:extLst>
              <a:ext uri="{FF2B5EF4-FFF2-40B4-BE49-F238E27FC236}">
                <a16:creationId xmlns:a16="http://schemas.microsoft.com/office/drawing/2014/main" id="{06EC77DE-D5B2-2D4E-F7A5-93ABC2D0C693}"/>
              </a:ext>
            </a:extLst>
          </p:cNvPr>
          <p:cNvSpPr txBox="1"/>
          <p:nvPr/>
        </p:nvSpPr>
        <p:spPr>
          <a:xfrm>
            <a:off x="5842000" y="4244154"/>
            <a:ext cx="1460500" cy="828351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iconic band made their US television debut on a popular late-night program, cementing their global fame.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7" name="Data_Q_Cat5_1000">
            <a:extLst>
              <a:ext uri="{FF2B5EF4-FFF2-40B4-BE49-F238E27FC236}">
                <a16:creationId xmlns:a16="http://schemas.microsoft.com/office/drawing/2014/main" id="{19C5A5F5-7C1B-F192-44AA-2CDDCFF024DF}"/>
              </a:ext>
            </a:extLst>
          </p:cNvPr>
          <p:cNvSpPr txBox="1"/>
          <p:nvPr/>
        </p:nvSpPr>
        <p:spPr>
          <a:xfrm>
            <a:off x="7366000" y="4244157"/>
            <a:ext cx="1460500" cy="82834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artist is known for his elaborate performances and has been a frequent guest on late-night shows, often debuting new material.</a:t>
            </a:r>
            <a:endParaRPr lang="es-MX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51110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Answ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016F7D-D3D9-B464-CDD9-B59995D096B5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ANSWERS (hidden)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2B4BF-2FAC-F76E-F4D0-0C25E7D6E39B}"/>
              </a:ext>
            </a:extLst>
          </p:cNvPr>
          <p:cNvSpPr txBox="1"/>
          <p:nvPr/>
        </p:nvSpPr>
        <p:spPr>
          <a:xfrm>
            <a:off x="254000" y="767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200</a:t>
            </a:r>
          </a:p>
        </p:txBody>
      </p:sp>
      <p:sp>
        <p:nvSpPr>
          <p:cNvPr id="4" name="Data_A_Cat1_200">
            <a:extLst>
              <a:ext uri="{FF2B5EF4-FFF2-40B4-BE49-F238E27FC236}">
                <a16:creationId xmlns:a16="http://schemas.microsoft.com/office/drawing/2014/main" id="{19D5F9DD-7AC7-4486-B2AA-213AA74C5832}"/>
              </a:ext>
            </a:extLst>
          </p:cNvPr>
          <p:cNvSpPr txBox="1"/>
          <p:nvPr/>
        </p:nvSpPr>
        <p:spPr>
          <a:xfrm>
            <a:off x="1270000" y="767835"/>
            <a:ext cx="1460500" cy="57379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monologue</a:t>
            </a:r>
          </a:p>
        </p:txBody>
      </p:sp>
      <p:sp>
        <p:nvSpPr>
          <p:cNvPr id="5" name="Data_A_Cat2_200">
            <a:extLst>
              <a:ext uri="{FF2B5EF4-FFF2-40B4-BE49-F238E27FC236}">
                <a16:creationId xmlns:a16="http://schemas.microsoft.com/office/drawing/2014/main" id="{9BA28A70-204C-DEE9-194F-D160CA4BDEB0}"/>
              </a:ext>
            </a:extLst>
          </p:cNvPr>
          <p:cNvSpPr txBox="1"/>
          <p:nvPr/>
        </p:nvSpPr>
        <p:spPr>
          <a:xfrm>
            <a:off x="2794000" y="767834"/>
            <a:ext cx="1460500" cy="57378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pun</a:t>
            </a:r>
          </a:p>
        </p:txBody>
      </p:sp>
      <p:sp>
        <p:nvSpPr>
          <p:cNvPr id="6" name="Data_A_Cat3_200">
            <a:extLst>
              <a:ext uri="{FF2B5EF4-FFF2-40B4-BE49-F238E27FC236}">
                <a16:creationId xmlns:a16="http://schemas.microsoft.com/office/drawing/2014/main" id="{01922541-CC62-0181-A04A-27391B79B622}"/>
              </a:ext>
            </a:extLst>
          </p:cNvPr>
          <p:cNvSpPr txBox="1"/>
          <p:nvPr/>
        </p:nvSpPr>
        <p:spPr>
          <a:xfrm>
            <a:off x="4318000" y="767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zinger</a:t>
            </a:r>
          </a:p>
        </p:txBody>
      </p:sp>
      <p:sp>
        <p:nvSpPr>
          <p:cNvPr id="7" name="Data_A_Cat4_200">
            <a:extLst>
              <a:ext uri="{FF2B5EF4-FFF2-40B4-BE49-F238E27FC236}">
                <a16:creationId xmlns:a16="http://schemas.microsoft.com/office/drawing/2014/main" id="{858FBC03-54A8-A7D7-FE75-0383FA8EE00E}"/>
              </a:ext>
            </a:extLst>
          </p:cNvPr>
          <p:cNvSpPr txBox="1"/>
          <p:nvPr/>
        </p:nvSpPr>
        <p:spPr>
          <a:xfrm>
            <a:off x="5842000" y="767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opening</a:t>
            </a:r>
          </a:p>
        </p:txBody>
      </p:sp>
      <p:sp>
        <p:nvSpPr>
          <p:cNvPr id="8" name="Data_A_Cat5_200">
            <a:extLst>
              <a:ext uri="{FF2B5EF4-FFF2-40B4-BE49-F238E27FC236}">
                <a16:creationId xmlns:a16="http://schemas.microsoft.com/office/drawing/2014/main" id="{45FBD8CC-CBDD-ACFB-D2C3-4DCFD4F837DE}"/>
              </a:ext>
            </a:extLst>
          </p:cNvPr>
          <p:cNvSpPr txBox="1"/>
          <p:nvPr/>
        </p:nvSpPr>
        <p:spPr>
          <a:xfrm>
            <a:off x="7366000" y="767835"/>
            <a:ext cx="1460500" cy="57379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stand-up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2F153-4409-2600-940B-58F914714F3C}"/>
              </a:ext>
            </a:extLst>
          </p:cNvPr>
          <p:cNvSpPr txBox="1"/>
          <p:nvPr/>
        </p:nvSpPr>
        <p:spPr>
          <a:xfrm>
            <a:off x="254000" y="1529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400</a:t>
            </a:r>
          </a:p>
        </p:txBody>
      </p:sp>
      <p:sp>
        <p:nvSpPr>
          <p:cNvPr id="10" name="Data_A_Cat1_400">
            <a:extLst>
              <a:ext uri="{FF2B5EF4-FFF2-40B4-BE49-F238E27FC236}">
                <a16:creationId xmlns:a16="http://schemas.microsoft.com/office/drawing/2014/main" id="{3B0564AF-3513-E8DF-681B-47A4BE022C0A}"/>
              </a:ext>
            </a:extLst>
          </p:cNvPr>
          <p:cNvSpPr txBox="1"/>
          <p:nvPr/>
        </p:nvSpPr>
        <p:spPr>
          <a:xfrm>
            <a:off x="1270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game</a:t>
            </a:r>
          </a:p>
        </p:txBody>
      </p:sp>
      <p:sp>
        <p:nvSpPr>
          <p:cNvPr id="11" name="Data_A_Cat2_400">
            <a:extLst>
              <a:ext uri="{FF2B5EF4-FFF2-40B4-BE49-F238E27FC236}">
                <a16:creationId xmlns:a16="http://schemas.microsoft.com/office/drawing/2014/main" id="{299BF6D2-2090-EA00-2D4C-AC337B51CDC9}"/>
              </a:ext>
            </a:extLst>
          </p:cNvPr>
          <p:cNvSpPr txBox="1"/>
          <p:nvPr/>
        </p:nvSpPr>
        <p:spPr>
          <a:xfrm>
            <a:off x="2794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pointer</a:t>
            </a:r>
          </a:p>
        </p:txBody>
      </p:sp>
      <p:sp>
        <p:nvSpPr>
          <p:cNvPr id="12" name="Data_A_Cat3_400">
            <a:extLst>
              <a:ext uri="{FF2B5EF4-FFF2-40B4-BE49-F238E27FC236}">
                <a16:creationId xmlns:a16="http://schemas.microsoft.com/office/drawing/2014/main" id="{3D949B22-8957-C4C8-A012-1273C82F5598}"/>
              </a:ext>
            </a:extLst>
          </p:cNvPr>
          <p:cNvSpPr txBox="1"/>
          <p:nvPr/>
        </p:nvSpPr>
        <p:spPr>
          <a:xfrm>
            <a:off x="4318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bit</a:t>
            </a:r>
          </a:p>
        </p:txBody>
      </p:sp>
      <p:sp>
        <p:nvSpPr>
          <p:cNvPr id="13" name="Data_A_Cat4_400">
            <a:extLst>
              <a:ext uri="{FF2B5EF4-FFF2-40B4-BE49-F238E27FC236}">
                <a16:creationId xmlns:a16="http://schemas.microsoft.com/office/drawing/2014/main" id="{2DD3F97E-1BC4-A2E1-DC4F-C9F7AC0C06D3}"/>
              </a:ext>
            </a:extLst>
          </p:cNvPr>
          <p:cNvSpPr txBox="1"/>
          <p:nvPr/>
        </p:nvSpPr>
        <p:spPr>
          <a:xfrm>
            <a:off x="5842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man-on-the-street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14" name="Data_A_Cat5_400">
            <a:extLst>
              <a:ext uri="{FF2B5EF4-FFF2-40B4-BE49-F238E27FC236}">
                <a16:creationId xmlns:a16="http://schemas.microsoft.com/office/drawing/2014/main" id="{846B2AB1-1A1F-F4F2-9AE8-CD5176915096}"/>
              </a:ext>
            </a:extLst>
          </p:cNvPr>
          <p:cNvSpPr txBox="1"/>
          <p:nvPr/>
        </p:nvSpPr>
        <p:spPr>
          <a:xfrm>
            <a:off x="7366000" y="1529834"/>
            <a:ext cx="1460500" cy="57378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viral song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C1697A-530F-B084-76B8-DB957D790BCA}"/>
              </a:ext>
            </a:extLst>
          </p:cNvPr>
          <p:cNvSpPr txBox="1"/>
          <p:nvPr/>
        </p:nvSpPr>
        <p:spPr>
          <a:xfrm>
            <a:off x="254000" y="2291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600</a:t>
            </a:r>
          </a:p>
        </p:txBody>
      </p:sp>
      <p:sp>
        <p:nvSpPr>
          <p:cNvPr id="16" name="Data_A_Cat1_600">
            <a:extLst>
              <a:ext uri="{FF2B5EF4-FFF2-40B4-BE49-F238E27FC236}">
                <a16:creationId xmlns:a16="http://schemas.microsoft.com/office/drawing/2014/main" id="{C653ED5B-12C0-A43D-AFD3-443BDA0BD59F}"/>
              </a:ext>
            </a:extLst>
          </p:cNvPr>
          <p:cNvSpPr txBox="1"/>
          <p:nvPr/>
        </p:nvSpPr>
        <p:spPr>
          <a:xfrm>
            <a:off x="1270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Jay Leno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7" name="Data_A_Cat2_600">
            <a:extLst>
              <a:ext uri="{FF2B5EF4-FFF2-40B4-BE49-F238E27FC236}">
                <a16:creationId xmlns:a16="http://schemas.microsoft.com/office/drawing/2014/main" id="{ADDE5897-1CF2-0CB9-CB3C-DA80D9E45DB0}"/>
              </a:ext>
            </a:extLst>
          </p:cNvPr>
          <p:cNvSpPr txBox="1"/>
          <p:nvPr/>
        </p:nvSpPr>
        <p:spPr>
          <a:xfrm>
            <a:off x="2794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David Letterman</a:t>
            </a:r>
          </a:p>
        </p:txBody>
      </p:sp>
      <p:sp>
        <p:nvSpPr>
          <p:cNvPr id="18" name="Data_A_Cat3_600">
            <a:extLst>
              <a:ext uri="{FF2B5EF4-FFF2-40B4-BE49-F238E27FC236}">
                <a16:creationId xmlns:a16="http://schemas.microsoft.com/office/drawing/2014/main" id="{74495EBF-4EC1-AE0C-C5A8-8034A73458F8}"/>
              </a:ext>
            </a:extLst>
          </p:cNvPr>
          <p:cNvSpPr txBox="1"/>
          <p:nvPr/>
        </p:nvSpPr>
        <p:spPr>
          <a:xfrm>
            <a:off x="4318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Joan Rivers</a:t>
            </a:r>
          </a:p>
        </p:txBody>
      </p:sp>
      <p:sp>
        <p:nvSpPr>
          <p:cNvPr id="19" name="Data_A_Cat4_600">
            <a:extLst>
              <a:ext uri="{FF2B5EF4-FFF2-40B4-BE49-F238E27FC236}">
                <a16:creationId xmlns:a16="http://schemas.microsoft.com/office/drawing/2014/main" id="{122AEF1B-1ACD-F6F1-1366-C958D2730056}"/>
              </a:ext>
            </a:extLst>
          </p:cNvPr>
          <p:cNvSpPr txBox="1"/>
          <p:nvPr/>
        </p:nvSpPr>
        <p:spPr>
          <a:xfrm>
            <a:off x="5842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Johnny Carson</a:t>
            </a:r>
          </a:p>
        </p:txBody>
      </p:sp>
      <p:sp>
        <p:nvSpPr>
          <p:cNvPr id="20" name="Data_A_Cat5_600">
            <a:extLst>
              <a:ext uri="{FF2B5EF4-FFF2-40B4-BE49-F238E27FC236}">
                <a16:creationId xmlns:a16="http://schemas.microsoft.com/office/drawing/2014/main" id="{E952E11F-0457-AE61-A9F6-DFBFC0026C26}"/>
              </a:ext>
            </a:extLst>
          </p:cNvPr>
          <p:cNvSpPr txBox="1"/>
          <p:nvPr/>
        </p:nvSpPr>
        <p:spPr>
          <a:xfrm>
            <a:off x="7366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Conan O'Brien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0F841A-796F-2ED4-263D-AF3871268EDA}"/>
              </a:ext>
            </a:extLst>
          </p:cNvPr>
          <p:cNvSpPr txBox="1"/>
          <p:nvPr/>
        </p:nvSpPr>
        <p:spPr>
          <a:xfrm>
            <a:off x="254000" y="3053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800</a:t>
            </a:r>
          </a:p>
        </p:txBody>
      </p:sp>
      <p:sp>
        <p:nvSpPr>
          <p:cNvPr id="22" name="Data_A_Cat1_800">
            <a:extLst>
              <a:ext uri="{FF2B5EF4-FFF2-40B4-BE49-F238E27FC236}">
                <a16:creationId xmlns:a16="http://schemas.microsoft.com/office/drawing/2014/main" id="{D924035C-C887-0D9C-64D5-2FD52A85B5B4}"/>
              </a:ext>
            </a:extLst>
          </p:cNvPr>
          <p:cNvSpPr txBox="1"/>
          <p:nvPr/>
        </p:nvSpPr>
        <p:spPr>
          <a:xfrm>
            <a:off x="1270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Sammy the snake</a:t>
            </a:r>
          </a:p>
        </p:txBody>
      </p:sp>
      <p:sp>
        <p:nvSpPr>
          <p:cNvPr id="23" name="Data_A_Cat2_800">
            <a:extLst>
              <a:ext uri="{FF2B5EF4-FFF2-40B4-BE49-F238E27FC236}">
                <a16:creationId xmlns:a16="http://schemas.microsoft.com/office/drawing/2014/main" id="{1CEDE3B9-6AB1-2C97-9CA9-AF832D15E940}"/>
              </a:ext>
            </a:extLst>
          </p:cNvPr>
          <p:cNvSpPr txBox="1"/>
          <p:nvPr/>
        </p:nvSpPr>
        <p:spPr>
          <a:xfrm>
            <a:off x="2794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Dana Carvey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4" name="Data_A_Cat3_800">
            <a:extLst>
              <a:ext uri="{FF2B5EF4-FFF2-40B4-BE49-F238E27FC236}">
                <a16:creationId xmlns:a16="http://schemas.microsoft.com/office/drawing/2014/main" id="{C74DCFE4-1A37-D5E1-28DA-DF3AAA2CAE0F}"/>
              </a:ext>
            </a:extLst>
          </p:cNvPr>
          <p:cNvSpPr txBox="1"/>
          <p:nvPr/>
        </p:nvSpPr>
        <p:spPr>
          <a:xfrm>
            <a:off x="4318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Gilda Radner</a:t>
            </a:r>
          </a:p>
        </p:txBody>
      </p:sp>
      <p:sp>
        <p:nvSpPr>
          <p:cNvPr id="25" name="Data_A_Cat4_800">
            <a:extLst>
              <a:ext uri="{FF2B5EF4-FFF2-40B4-BE49-F238E27FC236}">
                <a16:creationId xmlns:a16="http://schemas.microsoft.com/office/drawing/2014/main" id="{0DA6186E-9F02-0423-E6DB-C312808466AB}"/>
              </a:ext>
            </a:extLst>
          </p:cNvPr>
          <p:cNvSpPr txBox="1"/>
          <p:nvPr/>
        </p:nvSpPr>
        <p:spPr>
          <a:xfrm>
            <a:off x="5842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Eddie Murphy</a:t>
            </a:r>
          </a:p>
        </p:txBody>
      </p:sp>
      <p:sp>
        <p:nvSpPr>
          <p:cNvPr id="26" name="Data_A_Cat5_800">
            <a:extLst>
              <a:ext uri="{FF2B5EF4-FFF2-40B4-BE49-F238E27FC236}">
                <a16:creationId xmlns:a16="http://schemas.microsoft.com/office/drawing/2014/main" id="{DD947D20-2197-2337-E6D6-C601AD416AA9}"/>
              </a:ext>
            </a:extLst>
          </p:cNvPr>
          <p:cNvSpPr txBox="1"/>
          <p:nvPr/>
        </p:nvSpPr>
        <p:spPr>
          <a:xfrm>
            <a:off x="7366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quirky character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36000F-2B38-F038-2BEF-D136DA60ACAC}"/>
              </a:ext>
            </a:extLst>
          </p:cNvPr>
          <p:cNvSpPr txBox="1"/>
          <p:nvPr/>
        </p:nvSpPr>
        <p:spPr>
          <a:xfrm>
            <a:off x="254000" y="3815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1000</a:t>
            </a:r>
          </a:p>
        </p:txBody>
      </p:sp>
      <p:sp>
        <p:nvSpPr>
          <p:cNvPr id="28" name="Data_A_Cat1_1000">
            <a:extLst>
              <a:ext uri="{FF2B5EF4-FFF2-40B4-BE49-F238E27FC236}">
                <a16:creationId xmlns:a16="http://schemas.microsoft.com/office/drawing/2014/main" id="{5D474BE1-73D3-BB10-7890-2D4A2986BFAB}"/>
              </a:ext>
            </a:extLst>
          </p:cNvPr>
          <p:cNvSpPr txBox="1"/>
          <p:nvPr/>
        </p:nvSpPr>
        <p:spPr>
          <a:xfrm>
            <a:off x="1270000" y="3815834"/>
            <a:ext cx="1460500" cy="573787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Bruce Springsteen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9" name="Data_A_Cat2_1000">
            <a:extLst>
              <a:ext uri="{FF2B5EF4-FFF2-40B4-BE49-F238E27FC236}">
                <a16:creationId xmlns:a16="http://schemas.microsoft.com/office/drawing/2014/main" id="{B1913983-C75B-21C6-D9D4-5151EBD1C968}"/>
              </a:ext>
            </a:extLst>
          </p:cNvPr>
          <p:cNvSpPr txBox="1"/>
          <p:nvPr/>
        </p:nvSpPr>
        <p:spPr>
          <a:xfrm>
            <a:off x="2794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Alicia Keys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0" name="Data_A_Cat3_1000">
            <a:extLst>
              <a:ext uri="{FF2B5EF4-FFF2-40B4-BE49-F238E27FC236}">
                <a16:creationId xmlns:a16="http://schemas.microsoft.com/office/drawing/2014/main" id="{C5DB9143-FFF4-F3A7-039A-AB8E21916AA9}"/>
              </a:ext>
            </a:extLst>
          </p:cNvPr>
          <p:cNvSpPr txBox="1"/>
          <p:nvPr/>
        </p:nvSpPr>
        <p:spPr>
          <a:xfrm>
            <a:off x="4318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Queen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1" name="Data_A_Cat4_1000">
            <a:extLst>
              <a:ext uri="{FF2B5EF4-FFF2-40B4-BE49-F238E27FC236}">
                <a16:creationId xmlns:a16="http://schemas.microsoft.com/office/drawing/2014/main" id="{878B54E8-1C1C-4751-5542-7DF627E63A19}"/>
              </a:ext>
            </a:extLst>
          </p:cNvPr>
          <p:cNvSpPr txBox="1"/>
          <p:nvPr/>
        </p:nvSpPr>
        <p:spPr>
          <a:xfrm>
            <a:off x="5842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The Beatles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2" name="Data_A_Cat5_1000">
            <a:extLst>
              <a:ext uri="{FF2B5EF4-FFF2-40B4-BE49-F238E27FC236}">
                <a16:creationId xmlns:a16="http://schemas.microsoft.com/office/drawing/2014/main" id="{A9E9B365-8E57-9551-CF89-4F4DE5429152}"/>
              </a:ext>
            </a:extLst>
          </p:cNvPr>
          <p:cNvSpPr txBox="1"/>
          <p:nvPr/>
        </p:nvSpPr>
        <p:spPr>
          <a:xfrm>
            <a:off x="7366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Taylor Swift</a:t>
            </a:r>
          </a:p>
        </p:txBody>
      </p:sp>
    </p:spTree>
    <p:extLst>
      <p:ext uri="{BB962C8B-B14F-4D97-AF65-F5344CB8AC3E}">
        <p14:creationId xmlns:p14="http://schemas.microsoft.com/office/powerpoint/2010/main" val="1487817788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FinalJeopar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BE0891-47FC-A528-A985-8D10ABD84BA0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FINAL JEOPARDY (hidden)</a:t>
            </a:r>
          </a:p>
        </p:txBody>
      </p:sp>
      <p:sp>
        <p:nvSpPr>
          <p:cNvPr id="3" name="Data_FJ_Topic">
            <a:extLst>
              <a:ext uri="{FF2B5EF4-FFF2-40B4-BE49-F238E27FC236}">
                <a16:creationId xmlns:a16="http://schemas.microsoft.com/office/drawing/2014/main" id="{C6D766E6-AD0B-FEA8-B76E-AB0EC3100DBD}"/>
              </a:ext>
            </a:extLst>
          </p:cNvPr>
          <p:cNvSpPr txBox="1"/>
          <p:nvPr/>
        </p:nvSpPr>
        <p:spPr>
          <a:xfrm>
            <a:off x="1768840" y="637914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Longest Running Shows</a:t>
            </a:r>
          </a:p>
        </p:txBody>
      </p:sp>
      <p:sp>
        <p:nvSpPr>
          <p:cNvPr id="4" name="Data_FJ_Clue">
            <a:extLst>
              <a:ext uri="{FF2B5EF4-FFF2-40B4-BE49-F238E27FC236}">
                <a16:creationId xmlns:a16="http://schemas.microsoft.com/office/drawing/2014/main" id="{222FC42D-63AF-D14A-B86B-189D399695DC}"/>
              </a:ext>
            </a:extLst>
          </p:cNvPr>
          <p:cNvSpPr txBox="1"/>
          <p:nvPr/>
        </p:nvSpPr>
        <p:spPr>
          <a:xfrm>
            <a:off x="1768838" y="1839067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show, which premiered in 1975, is the longest-running television program in the United States and has been hosted by Carson, Leno, and Fallon.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5" name="Data_FJ_Answer">
            <a:extLst>
              <a:ext uri="{FF2B5EF4-FFF2-40B4-BE49-F238E27FC236}">
                <a16:creationId xmlns:a16="http://schemas.microsoft.com/office/drawing/2014/main" id="{1B9F8523-3807-14C8-29B0-FAF129ECC38F}"/>
              </a:ext>
            </a:extLst>
          </p:cNvPr>
          <p:cNvSpPr txBox="1"/>
          <p:nvPr/>
        </p:nvSpPr>
        <p:spPr>
          <a:xfrm>
            <a:off x="1768839" y="3109626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The Tonight Show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DD9D2-1D53-E319-FF15-6C728390C260}"/>
              </a:ext>
            </a:extLst>
          </p:cNvPr>
          <p:cNvSpPr txBox="1"/>
          <p:nvPr/>
        </p:nvSpPr>
        <p:spPr>
          <a:xfrm>
            <a:off x="254000" y="88707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Topic</a:t>
            </a:r>
            <a:endParaRPr lang="es-MX" sz="1000" b="1" dirty="0">
              <a:solidFill>
                <a:srgbClr val="C8C86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335C1-31D7-8ABD-CFC8-D459DFFD5C50}"/>
              </a:ext>
            </a:extLst>
          </p:cNvPr>
          <p:cNvSpPr txBox="1"/>
          <p:nvPr/>
        </p:nvSpPr>
        <p:spPr>
          <a:xfrm>
            <a:off x="254000" y="2129018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Q</a:t>
            </a:r>
            <a:r>
              <a:rPr lang="es-MX" sz="1000" b="1" dirty="0" err="1">
                <a:solidFill>
                  <a:srgbClr val="C8C864"/>
                </a:solidFill>
              </a:rPr>
              <a:t>uestion</a:t>
            </a:r>
            <a:endParaRPr lang="es-MX" sz="1000" b="1" dirty="0">
              <a:solidFill>
                <a:srgbClr val="C8C86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13616-DF4A-D0A8-E537-4ED462BC9F2B}"/>
              </a:ext>
            </a:extLst>
          </p:cNvPr>
          <p:cNvSpPr txBox="1"/>
          <p:nvPr/>
        </p:nvSpPr>
        <p:spPr>
          <a:xfrm>
            <a:off x="254000" y="3276467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A</a:t>
            </a:r>
            <a:r>
              <a:rPr lang="es-MX" sz="1000" b="1" dirty="0" err="1">
                <a:solidFill>
                  <a:srgbClr val="C8C864"/>
                </a:solidFill>
              </a:rPr>
              <a:t>nswer</a:t>
            </a:r>
            <a:endParaRPr lang="es-MX" sz="1000" b="1" dirty="0">
              <a:solidFill>
                <a:srgbClr val="C8C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4077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heme/theme1.xml><?xml version="1.0" encoding="utf-8"?>
<a:theme xmlns:a="http://schemas.openxmlformats.org/drawingml/2006/main" name="Jeoparty template">
  <a:themeElements>
    <a:clrScheme name="Personalizado 1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CA11D"/>
      </a:hlink>
      <a:folHlink>
        <a:srgbClr val="FCA11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1684</Words>
  <Application>Microsoft Office PowerPoint</Application>
  <PresentationFormat>Presentación en pantalla (16:9)</PresentationFormat>
  <Paragraphs>392</Paragraphs>
  <Slides>61</Slides>
  <Notes>33</Notes>
  <HiddenSlides>3</HiddenSlides>
  <MMClips>33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8" baseType="lpstr">
      <vt:lpstr>Anthropic Sans</vt:lpstr>
      <vt:lpstr>Arial</vt:lpstr>
      <vt:lpstr>Bebas Neue</vt:lpstr>
      <vt:lpstr>Calibri</vt:lpstr>
      <vt:lpstr>Della Respira</vt:lpstr>
      <vt:lpstr>Impact</vt:lpstr>
      <vt:lpstr>Jeoparty template</vt:lpstr>
      <vt:lpstr>Panel</vt:lpstr>
      <vt:lpstr>Presentación de PowerPoint</vt:lpstr>
      <vt:lpstr>Welcome to AI Jeoparty</vt:lpstr>
      <vt:lpstr>Presentación de PowerPoint</vt:lpstr>
      <vt:lpstr>Presentación de PowerPoint</vt:lpstr>
      <vt:lpstr>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TOPIC </vt:lpstr>
      <vt:lpstr>Presentación de PowerPoint</vt:lpstr>
      <vt:lpstr>Presentación de PowerPoint</vt:lpstr>
      <vt:lpstr>Presentación de PowerPoint</vt:lpstr>
      <vt:lpstr>Credits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2026-04-29T22:59:35Z</dcterms:modified>
</cp:coreProperties>
</file>